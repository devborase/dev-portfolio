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9" r:id="rId5"/>
    <p:sldId id="258" r:id="rId6"/>
    <p:sldId id="272" r:id="rId7"/>
    <p:sldId id="257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A7D3-098A-403A-AE96-7277938715B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82C7-6528-4DF3-8DE6-022336B49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51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A7D3-098A-403A-AE96-7277938715B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82C7-6528-4DF3-8DE6-022336B49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60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A7D3-098A-403A-AE96-7277938715B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82C7-6528-4DF3-8DE6-022336B49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387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A7D3-098A-403A-AE96-7277938715B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82C7-6528-4DF3-8DE6-022336B49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893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A7D3-098A-403A-AE96-7277938715B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82C7-6528-4DF3-8DE6-022336B49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201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A7D3-098A-403A-AE96-7277938715B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82C7-6528-4DF3-8DE6-022336B49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114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A7D3-098A-403A-AE96-7277938715B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82C7-6528-4DF3-8DE6-022336B49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810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A7D3-098A-403A-AE96-7277938715B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82C7-6528-4DF3-8DE6-022336B49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377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A7D3-098A-403A-AE96-7277938715B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82C7-6528-4DF3-8DE6-022336B49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585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A7D3-098A-403A-AE96-7277938715B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82C7-6528-4DF3-8DE6-022336B49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835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A7D3-098A-403A-AE96-7277938715B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82C7-6528-4DF3-8DE6-022336B49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54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FA7D3-098A-403A-AE96-7277938715B8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782C7-6528-4DF3-8DE6-022336B49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36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4246" y="217689"/>
            <a:ext cx="8489003" cy="1270642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Clip Tower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50" y="2114024"/>
            <a:ext cx="4296483" cy="403450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965" y="1873955"/>
            <a:ext cx="4752253" cy="451464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2" name="TextBox 21"/>
          <p:cNvSpPr txBox="1"/>
          <p:nvPr/>
        </p:nvSpPr>
        <p:spPr>
          <a:xfrm>
            <a:off x="10340502" y="2947481"/>
            <a:ext cx="168288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sketch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477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87" y="510019"/>
            <a:ext cx="4959345" cy="51612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031" y="858124"/>
            <a:ext cx="4996332" cy="4464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54095" y="5836597"/>
            <a:ext cx="122276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66827" y="5467265"/>
            <a:ext cx="122276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Draft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317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880" y="3251143"/>
            <a:ext cx="3106532" cy="33341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7" t="12214" r="-85" b="19789"/>
          <a:stretch/>
        </p:blipFill>
        <p:spPr>
          <a:xfrm>
            <a:off x="387847" y="3978613"/>
            <a:ext cx="3571310" cy="26070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9958" t="16635" r="1304" b="7769"/>
          <a:stretch/>
        </p:blipFill>
        <p:spPr>
          <a:xfrm>
            <a:off x="387847" y="749030"/>
            <a:ext cx="3337847" cy="27291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75376" y="1206231"/>
            <a:ext cx="154669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Giving Draft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l="9200" b="1969"/>
          <a:stretch/>
        </p:blipFill>
        <p:spPr>
          <a:xfrm>
            <a:off x="8268510" y="899132"/>
            <a:ext cx="3554179" cy="343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77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76"/>
          <a:stretch/>
        </p:blipFill>
        <p:spPr>
          <a:xfrm>
            <a:off x="445839" y="379695"/>
            <a:ext cx="3951064" cy="33946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181" y="495864"/>
            <a:ext cx="4485252" cy="34051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981" y="2193007"/>
            <a:ext cx="1628480" cy="220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23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93" y="502864"/>
            <a:ext cx="4900522" cy="3927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624" y="2133275"/>
            <a:ext cx="4699738" cy="391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62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408" y="3174851"/>
            <a:ext cx="5343946" cy="30994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98" y="621687"/>
            <a:ext cx="5109621" cy="2796356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 rot="10800000">
            <a:off x="5963056" y="1313232"/>
            <a:ext cx="2256816" cy="127432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6682902" y="1765728"/>
            <a:ext cx="3628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Offset 5mm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600639" y="4831400"/>
            <a:ext cx="2603769" cy="127432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600639" y="5283895"/>
            <a:ext cx="3628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sketch+ pad+ draft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654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426" y="2557126"/>
            <a:ext cx="6074510" cy="38436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64" y="499901"/>
            <a:ext cx="4767353" cy="334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19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377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14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957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872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029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916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781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443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644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059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</Words>
  <Application>Microsoft Office PowerPoint</Application>
  <PresentationFormat>Widescreen</PresentationFormat>
  <Paragraphs>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Clip Tower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4</cp:revision>
  <dcterms:created xsi:type="dcterms:W3CDTF">2026-07-25T13:14:28Z</dcterms:created>
  <dcterms:modified xsi:type="dcterms:W3CDTF">2026-07-25T13:32:46Z</dcterms:modified>
</cp:coreProperties>
</file>