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90" r:id="rId5"/>
    <p:sldId id="260" r:id="rId6"/>
    <p:sldId id="261" r:id="rId7"/>
    <p:sldId id="272" r:id="rId8"/>
    <p:sldId id="273" r:id="rId9"/>
    <p:sldId id="269" r:id="rId10"/>
    <p:sldId id="275" r:id="rId11"/>
    <p:sldId id="262" r:id="rId12"/>
    <p:sldId id="291" r:id="rId13"/>
    <p:sldId id="292" r:id="rId14"/>
    <p:sldId id="282" r:id="rId15"/>
    <p:sldId id="277" r:id="rId16"/>
    <p:sldId id="278" r:id="rId17"/>
    <p:sldId id="264" r:id="rId18"/>
    <p:sldId id="283" r:id="rId19"/>
    <p:sldId id="279" r:id="rId20"/>
    <p:sldId id="284" r:id="rId21"/>
    <p:sldId id="289" r:id="rId22"/>
    <p:sldId id="280" r:id="rId23"/>
    <p:sldId id="281" r:id="rId24"/>
    <p:sldId id="270" r:id="rId25"/>
    <p:sldId id="266" r:id="rId26"/>
    <p:sldId id="27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91" d="100"/>
          <a:sy n="91" d="100"/>
        </p:scale>
        <p:origin x="23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A78005-8E2B-4BA2-A7B4-15EBC4B193EE}" type="doc">
      <dgm:prSet loTypeId="urn:microsoft.com/office/officeart/2005/8/layout/p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8435585-D038-44C1-A7A8-25CE2C6499D6}">
      <dgm:prSet phldrT="[Text]" custT="1"/>
      <dgm:spPr/>
      <dgm:t>
        <a:bodyPr/>
        <a:lstStyle/>
        <a:p>
          <a:r>
            <a:rPr lang="en-IN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Meeting No.1</a:t>
          </a:r>
        </a:p>
        <a:p>
          <a:r>
            <a:rPr lang="en-IN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Problem Identification &amp; Objective Definition</a:t>
          </a:r>
          <a:endParaRPr lang="en-US" sz="1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7CC417B-5328-4D60-A3BD-89185A20CE19}" type="parTrans" cxnId="{AB962030-DA39-425F-9147-F2A06442310B}">
      <dgm:prSet/>
      <dgm:spPr/>
      <dgm:t>
        <a:bodyPr/>
        <a:lstStyle/>
        <a:p>
          <a:endParaRPr lang="en-US"/>
        </a:p>
      </dgm:t>
    </dgm:pt>
    <dgm:pt modelId="{810BB0D8-D8F8-401A-AACC-D1350ACDBE19}" type="sibTrans" cxnId="{AB962030-DA39-425F-9147-F2A06442310B}">
      <dgm:prSet/>
      <dgm:spPr/>
      <dgm:t>
        <a:bodyPr/>
        <a:lstStyle/>
        <a:p>
          <a:endParaRPr lang="en-US"/>
        </a:p>
      </dgm:t>
    </dgm:pt>
    <dgm:pt modelId="{540E1CB4-94FE-4F13-A57A-F280A4657599}">
      <dgm:prSet phldrT="[Text]" custT="1"/>
      <dgm:spPr/>
      <dgm:t>
        <a:bodyPr/>
        <a:lstStyle/>
        <a:p>
          <a:r>
            <a:rPr lang="en-IN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Meeting No.2</a:t>
          </a:r>
        </a:p>
        <a:p>
          <a:r>
            <a:rPr lang="en-US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Literature Review &amp; Technique Selection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b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(CNC laser cleaning methods, maintenance issues)</a:t>
          </a:r>
          <a:endParaRPr lang="en-US" sz="1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0C849E1-DB99-47F1-9FFA-AD99BA2E420A}" type="parTrans" cxnId="{42BFD94D-FC67-4C01-BA9D-1A1265A72154}">
      <dgm:prSet/>
      <dgm:spPr/>
      <dgm:t>
        <a:bodyPr/>
        <a:lstStyle/>
        <a:p>
          <a:endParaRPr lang="en-US"/>
        </a:p>
      </dgm:t>
    </dgm:pt>
    <dgm:pt modelId="{8D6A2666-97BC-4860-96AB-7BC4B297A715}" type="sibTrans" cxnId="{42BFD94D-FC67-4C01-BA9D-1A1265A72154}">
      <dgm:prSet/>
      <dgm:spPr/>
      <dgm:t>
        <a:bodyPr/>
        <a:lstStyle/>
        <a:p>
          <a:endParaRPr lang="en-US"/>
        </a:p>
      </dgm:t>
    </dgm:pt>
    <dgm:pt modelId="{331AA658-41AC-44A4-8A3E-FA5785F8C511}">
      <dgm:prSet phldrT="[Text]"/>
      <dgm:spPr/>
      <dgm:t>
        <a:bodyPr/>
        <a:lstStyle/>
        <a:p>
          <a:r>
            <a:rPr lang="en-IN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Meeting No.3</a:t>
          </a:r>
        </a:p>
        <a:p>
          <a:r>
            <a: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Concept Design &amp; Initial Sketching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222169-C70F-452F-B048-EB193955135C}" type="parTrans" cxnId="{58D7D6F2-64C8-4745-AB29-C88B5E757160}">
      <dgm:prSet/>
      <dgm:spPr/>
      <dgm:t>
        <a:bodyPr/>
        <a:lstStyle/>
        <a:p>
          <a:endParaRPr lang="en-US"/>
        </a:p>
      </dgm:t>
    </dgm:pt>
    <dgm:pt modelId="{1880A861-1C44-47B9-B424-41089BE79F90}" type="sibTrans" cxnId="{58D7D6F2-64C8-4745-AB29-C88B5E757160}">
      <dgm:prSet/>
      <dgm:spPr/>
      <dgm:t>
        <a:bodyPr/>
        <a:lstStyle/>
        <a:p>
          <a:endParaRPr lang="en-US"/>
        </a:p>
      </dgm:t>
    </dgm:pt>
    <dgm:pt modelId="{761D12D0-D8F8-42FA-8CC6-69283991AB08}">
      <dgm:prSet/>
      <dgm:spPr/>
      <dgm:t>
        <a:bodyPr/>
        <a:lstStyle/>
        <a:p>
          <a:r>
            <a:rPr lang="en-IN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Meeting No.4</a:t>
          </a:r>
        </a:p>
        <a:p>
          <a:r>
            <a:rPr lang="en-IN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3D CAD Modelling (NX/CATIA)</a:t>
          </a:r>
          <a:endParaRPr lang="en-IN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7625EB4-204A-4178-87D9-3AD0F23F0CCA}" type="parTrans" cxnId="{D1817234-0FCB-4EC0-87B9-6C896ECE8D01}">
      <dgm:prSet/>
      <dgm:spPr/>
      <dgm:t>
        <a:bodyPr/>
        <a:lstStyle/>
        <a:p>
          <a:endParaRPr lang="en-US"/>
        </a:p>
      </dgm:t>
    </dgm:pt>
    <dgm:pt modelId="{057A998E-FACE-4FA9-A202-7302F5C2B820}" type="sibTrans" cxnId="{D1817234-0FCB-4EC0-87B9-6C896ECE8D01}">
      <dgm:prSet/>
      <dgm:spPr/>
      <dgm:t>
        <a:bodyPr/>
        <a:lstStyle/>
        <a:p>
          <a:endParaRPr lang="en-US"/>
        </a:p>
      </dgm:t>
    </dgm:pt>
    <dgm:pt modelId="{3229B8A0-2DB2-4ED9-B3DB-C231A43F08A0}">
      <dgm:prSet/>
      <dgm:spPr/>
      <dgm:t>
        <a:bodyPr/>
        <a:lstStyle/>
        <a:p>
          <a:r>
            <a:rPr lang="en-IN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Meeting No.5</a:t>
          </a:r>
        </a:p>
        <a:p>
          <a:r>
            <a:rPr lang="en-US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Material Selection &amp; Component Collection</a:t>
          </a:r>
          <a:r>
            <a: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br>
            <a: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(scraper, pneumatic cylinder, hinge, etc.)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52087D7-5A1E-49C4-991D-E194A232E8D0}" type="parTrans" cxnId="{82C1B4F6-63AC-46C4-B360-54FB8773865F}">
      <dgm:prSet/>
      <dgm:spPr/>
      <dgm:t>
        <a:bodyPr/>
        <a:lstStyle/>
        <a:p>
          <a:endParaRPr lang="en-US"/>
        </a:p>
      </dgm:t>
    </dgm:pt>
    <dgm:pt modelId="{AC7A14B5-D991-4C80-8A4B-44DBD35D3723}" type="sibTrans" cxnId="{82C1B4F6-63AC-46C4-B360-54FB8773865F}">
      <dgm:prSet/>
      <dgm:spPr/>
      <dgm:t>
        <a:bodyPr/>
        <a:lstStyle/>
        <a:p>
          <a:endParaRPr lang="en-US"/>
        </a:p>
      </dgm:t>
    </dgm:pt>
    <dgm:pt modelId="{93548E90-6FA0-4114-A5E3-AF298433257F}">
      <dgm:prSet/>
      <dgm:spPr/>
      <dgm:t>
        <a:bodyPr/>
        <a:lstStyle/>
        <a:p>
          <a:r>
            <a:rPr lang="en-IN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Meeting No.6</a:t>
          </a:r>
        </a:p>
        <a:p>
          <a:r>
            <a:rPr lang="en-US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Assembly, Fitting &amp; Working Mechanism Study</a:t>
          </a:r>
          <a:endParaRPr lang="en-IN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C27DC64-D3C1-427B-8366-55F1A0F28330}" type="parTrans" cxnId="{13F9466C-D89B-490B-A31C-08466E8E95BC}">
      <dgm:prSet/>
      <dgm:spPr/>
      <dgm:t>
        <a:bodyPr/>
        <a:lstStyle/>
        <a:p>
          <a:endParaRPr lang="en-US"/>
        </a:p>
      </dgm:t>
    </dgm:pt>
    <dgm:pt modelId="{3219EE18-BD68-4B4E-AF1F-F288A974EA50}" type="sibTrans" cxnId="{13F9466C-D89B-490B-A31C-08466E8E95BC}">
      <dgm:prSet/>
      <dgm:spPr/>
      <dgm:t>
        <a:bodyPr/>
        <a:lstStyle/>
        <a:p>
          <a:endParaRPr lang="en-US"/>
        </a:p>
      </dgm:t>
    </dgm:pt>
    <dgm:pt modelId="{F48804A2-7001-4EDC-B38D-C355C0CC45E5}">
      <dgm:prSet/>
      <dgm:spPr/>
      <dgm:t>
        <a:bodyPr/>
        <a:lstStyle/>
        <a:p>
          <a:r>
            <a:rPr lang="en-IN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Meeting No.7</a:t>
          </a:r>
        </a:p>
        <a:p>
          <a:r>
            <a:rPr lang="en-US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Finite Element Analysis (FEA) &amp; Load Calculation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A04CC96-DABF-4120-B731-018F7F0CE976}" type="parTrans" cxnId="{7007E8D3-EBBA-4BD6-99DF-FBCBC9CFBDB9}">
      <dgm:prSet/>
      <dgm:spPr/>
      <dgm:t>
        <a:bodyPr/>
        <a:lstStyle/>
        <a:p>
          <a:endParaRPr lang="en-US"/>
        </a:p>
      </dgm:t>
    </dgm:pt>
    <dgm:pt modelId="{392F1949-96D7-44D6-BAC9-1830C7D3D526}" type="sibTrans" cxnId="{7007E8D3-EBBA-4BD6-99DF-FBCBC9CFBDB9}">
      <dgm:prSet/>
      <dgm:spPr/>
      <dgm:t>
        <a:bodyPr/>
        <a:lstStyle/>
        <a:p>
          <a:endParaRPr lang="en-US"/>
        </a:p>
      </dgm:t>
    </dgm:pt>
    <dgm:pt modelId="{73ADD732-57EA-4816-BB44-A36472F695EE}">
      <dgm:prSet custT="1"/>
      <dgm:spPr/>
      <dgm:t>
        <a:bodyPr/>
        <a:lstStyle/>
        <a:p>
          <a:r>
            <a:rPr lang="en-IN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Meeting No.8</a:t>
          </a:r>
        </a:p>
        <a:p>
          <a:r>
            <a:rPr lang="en-IN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Results, Optimization &amp; Report Preparation</a:t>
          </a:r>
          <a:endParaRPr lang="en-IN" sz="14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B15E30C-4856-4472-9DA1-2D4D9A9E2B1F}" type="parTrans" cxnId="{3AB4624A-EC16-4E18-A446-645F07BDFC71}">
      <dgm:prSet/>
      <dgm:spPr/>
      <dgm:t>
        <a:bodyPr/>
        <a:lstStyle/>
        <a:p>
          <a:endParaRPr lang="en-US"/>
        </a:p>
      </dgm:t>
    </dgm:pt>
    <dgm:pt modelId="{76078C71-4487-4C96-AF3A-5F3AD284C227}" type="sibTrans" cxnId="{3AB4624A-EC16-4E18-A446-645F07BDFC71}">
      <dgm:prSet/>
      <dgm:spPr/>
      <dgm:t>
        <a:bodyPr/>
        <a:lstStyle/>
        <a:p>
          <a:endParaRPr lang="en-US"/>
        </a:p>
      </dgm:t>
    </dgm:pt>
    <dgm:pt modelId="{2E7BB3B2-76F9-424C-92F3-82AB8C5E713E}" type="pres">
      <dgm:prSet presAssocID="{C5A78005-8E2B-4BA2-A7B4-15EBC4B193EE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807FB0A-38CB-4F0B-86D3-9AC67477CD80}" type="pres">
      <dgm:prSet presAssocID="{C5A78005-8E2B-4BA2-A7B4-15EBC4B193EE}" presName="bkgdShp" presStyleLbl="alignAccFollowNode1" presStyleIdx="0" presStyleCnt="1" custLinFactNeighborY="8150"/>
      <dgm:spPr/>
    </dgm:pt>
    <dgm:pt modelId="{39D2A8E8-434E-40FD-9634-E54CA34882A7}" type="pres">
      <dgm:prSet presAssocID="{C5A78005-8E2B-4BA2-A7B4-15EBC4B193EE}" presName="linComp" presStyleCnt="0"/>
      <dgm:spPr/>
    </dgm:pt>
    <dgm:pt modelId="{DFA9899E-0A83-452C-92FF-8CBF8FAAD290}" type="pres">
      <dgm:prSet presAssocID="{78435585-D038-44C1-A7A8-25CE2C6499D6}" presName="compNode" presStyleCnt="0"/>
      <dgm:spPr/>
    </dgm:pt>
    <dgm:pt modelId="{24A90B3F-FE4A-4153-87EC-D29D49B54D3A}" type="pres">
      <dgm:prSet presAssocID="{78435585-D038-44C1-A7A8-25CE2C6499D6}" presName="node" presStyleLbl="node1" presStyleIdx="0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11DF50-21CA-4615-87CA-0C13EF508845}" type="pres">
      <dgm:prSet presAssocID="{78435585-D038-44C1-A7A8-25CE2C6499D6}" presName="invisiNode" presStyleLbl="node1" presStyleIdx="0" presStyleCnt="8"/>
      <dgm:spPr/>
    </dgm:pt>
    <dgm:pt modelId="{ACE92027-1868-4490-9329-9290BE0E9B37}" type="pres">
      <dgm:prSet presAssocID="{78435585-D038-44C1-A7A8-25CE2C6499D6}" presName="imagNode" presStyleLbl="fgImgPlace1" presStyleIdx="0" presStyleCnt="8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64F92B67-F782-47BA-8232-6D3DC20A4083}" type="pres">
      <dgm:prSet presAssocID="{810BB0D8-D8F8-401A-AACC-D1350ACDBE19}" presName="sibTrans" presStyleLbl="sibTrans2D1" presStyleIdx="0" presStyleCnt="0"/>
      <dgm:spPr/>
      <dgm:t>
        <a:bodyPr/>
        <a:lstStyle/>
        <a:p>
          <a:endParaRPr lang="en-US"/>
        </a:p>
      </dgm:t>
    </dgm:pt>
    <dgm:pt modelId="{97129F9A-EE55-4A24-BCCD-EE2C3DC1D9F5}" type="pres">
      <dgm:prSet presAssocID="{540E1CB4-94FE-4F13-A57A-F280A4657599}" presName="compNode" presStyleCnt="0"/>
      <dgm:spPr/>
    </dgm:pt>
    <dgm:pt modelId="{6A1CA116-EE3A-48B7-BC98-62FB6EA1F3E7}" type="pres">
      <dgm:prSet presAssocID="{540E1CB4-94FE-4F13-A57A-F280A4657599}" presName="node" presStyleLbl="node1" presStyleIdx="1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46460B-F9D8-495D-9CAF-573AE5B1434B}" type="pres">
      <dgm:prSet presAssocID="{540E1CB4-94FE-4F13-A57A-F280A4657599}" presName="invisiNode" presStyleLbl="node1" presStyleIdx="1" presStyleCnt="8"/>
      <dgm:spPr/>
    </dgm:pt>
    <dgm:pt modelId="{602DA6D9-6FFB-4B35-A7F1-3B611ACE22A0}" type="pres">
      <dgm:prSet presAssocID="{540E1CB4-94FE-4F13-A57A-F280A4657599}" presName="imagNode" presStyleLbl="fgImgPlace1" presStyleIdx="1" presStyleCnt="8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</dgm:pt>
    <dgm:pt modelId="{F48F415B-3126-4B51-949A-31652D62FD35}" type="pres">
      <dgm:prSet presAssocID="{8D6A2666-97BC-4860-96AB-7BC4B297A715}" presName="sibTrans" presStyleLbl="sibTrans2D1" presStyleIdx="0" presStyleCnt="0"/>
      <dgm:spPr/>
      <dgm:t>
        <a:bodyPr/>
        <a:lstStyle/>
        <a:p>
          <a:endParaRPr lang="en-US"/>
        </a:p>
      </dgm:t>
    </dgm:pt>
    <dgm:pt modelId="{6ECCFD58-FD48-418E-902A-963364B53858}" type="pres">
      <dgm:prSet presAssocID="{331AA658-41AC-44A4-8A3E-FA5785F8C511}" presName="compNode" presStyleCnt="0"/>
      <dgm:spPr/>
    </dgm:pt>
    <dgm:pt modelId="{4E4AFC01-EC72-43BE-A3EA-6BF4D44A7270}" type="pres">
      <dgm:prSet presAssocID="{331AA658-41AC-44A4-8A3E-FA5785F8C511}" presName="node" presStyleLbl="node1" presStyleIdx="2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7E7F7B-FAF5-4E37-A729-E56189793FF5}" type="pres">
      <dgm:prSet presAssocID="{331AA658-41AC-44A4-8A3E-FA5785F8C511}" presName="invisiNode" presStyleLbl="node1" presStyleIdx="2" presStyleCnt="8"/>
      <dgm:spPr/>
    </dgm:pt>
    <dgm:pt modelId="{F0FFC279-8089-407F-8331-E03CC78739CD}" type="pres">
      <dgm:prSet presAssocID="{331AA658-41AC-44A4-8A3E-FA5785F8C511}" presName="imagNode" presStyleLbl="fgImgPlace1" presStyleIdx="2" presStyleCnt="8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</dgm:pt>
    <dgm:pt modelId="{AEEB443A-B0FE-4CB0-B5F1-35F6925ABA81}" type="pres">
      <dgm:prSet presAssocID="{1880A861-1C44-47B9-B424-41089BE79F90}" presName="sibTrans" presStyleLbl="sibTrans2D1" presStyleIdx="0" presStyleCnt="0"/>
      <dgm:spPr/>
      <dgm:t>
        <a:bodyPr/>
        <a:lstStyle/>
        <a:p>
          <a:endParaRPr lang="en-US"/>
        </a:p>
      </dgm:t>
    </dgm:pt>
    <dgm:pt modelId="{38F07908-E087-4B2F-B4DB-EDE8F0733138}" type="pres">
      <dgm:prSet presAssocID="{761D12D0-D8F8-42FA-8CC6-69283991AB08}" presName="compNode" presStyleCnt="0"/>
      <dgm:spPr/>
    </dgm:pt>
    <dgm:pt modelId="{6834BA63-4934-4922-A78C-DA3C077CD28E}" type="pres">
      <dgm:prSet presAssocID="{761D12D0-D8F8-42FA-8CC6-69283991AB08}" presName="node" presStyleLbl="node1" presStyleIdx="3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DA7132B-2499-4625-AE3C-CD155938B791}" type="pres">
      <dgm:prSet presAssocID="{761D12D0-D8F8-42FA-8CC6-69283991AB08}" presName="invisiNode" presStyleLbl="node1" presStyleIdx="3" presStyleCnt="8"/>
      <dgm:spPr/>
    </dgm:pt>
    <dgm:pt modelId="{4F8773E2-AF2A-44AA-A63F-426090065B52}" type="pres">
      <dgm:prSet presAssocID="{761D12D0-D8F8-42FA-8CC6-69283991AB08}" presName="imagNode" presStyleLbl="fgImgPlace1" presStyleIdx="3" presStyleCnt="8"/>
      <dgm:spPr>
        <a:blipFill rotWithShape="1">
          <a:blip xmlns:r="http://schemas.openxmlformats.org/officeDocument/2006/relationships" r:embed="rId4"/>
          <a:stretch>
            <a:fillRect/>
          </a:stretch>
        </a:blipFill>
      </dgm:spPr>
    </dgm:pt>
    <dgm:pt modelId="{93C58730-54A2-439F-BCB7-1C81EB569384}" type="pres">
      <dgm:prSet presAssocID="{057A998E-FACE-4FA9-A202-7302F5C2B820}" presName="sibTrans" presStyleLbl="sibTrans2D1" presStyleIdx="0" presStyleCnt="0"/>
      <dgm:spPr/>
      <dgm:t>
        <a:bodyPr/>
        <a:lstStyle/>
        <a:p>
          <a:endParaRPr lang="en-US"/>
        </a:p>
      </dgm:t>
    </dgm:pt>
    <dgm:pt modelId="{A3FE4CE6-E8C7-4ADA-A80E-B3E0D143C83E}" type="pres">
      <dgm:prSet presAssocID="{3229B8A0-2DB2-4ED9-B3DB-C231A43F08A0}" presName="compNode" presStyleCnt="0"/>
      <dgm:spPr/>
    </dgm:pt>
    <dgm:pt modelId="{BB400851-239E-4741-8AF1-01D2232A4BB8}" type="pres">
      <dgm:prSet presAssocID="{3229B8A0-2DB2-4ED9-B3DB-C231A43F08A0}" presName="node" presStyleLbl="node1" presStyleIdx="4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64F1EF4-149A-4F94-AC71-592E2DC1EB35}" type="pres">
      <dgm:prSet presAssocID="{3229B8A0-2DB2-4ED9-B3DB-C231A43F08A0}" presName="invisiNode" presStyleLbl="node1" presStyleIdx="4" presStyleCnt="8"/>
      <dgm:spPr/>
    </dgm:pt>
    <dgm:pt modelId="{AF119F5F-1768-4CBE-B32E-B88D33B3AB83}" type="pres">
      <dgm:prSet presAssocID="{3229B8A0-2DB2-4ED9-B3DB-C231A43F08A0}" presName="imagNode" presStyleLbl="fgImgPlace1" presStyleIdx="4" presStyleCnt="8"/>
      <dgm:spPr>
        <a:blipFill rotWithShape="1">
          <a:blip xmlns:r="http://schemas.openxmlformats.org/officeDocument/2006/relationships" r:embed="rId5"/>
          <a:stretch>
            <a:fillRect/>
          </a:stretch>
        </a:blipFill>
      </dgm:spPr>
    </dgm:pt>
    <dgm:pt modelId="{AA4058DE-3B9E-4E31-8F61-338DBD60CD4D}" type="pres">
      <dgm:prSet presAssocID="{AC7A14B5-D991-4C80-8A4B-44DBD35D3723}" presName="sibTrans" presStyleLbl="sibTrans2D1" presStyleIdx="0" presStyleCnt="0"/>
      <dgm:spPr/>
      <dgm:t>
        <a:bodyPr/>
        <a:lstStyle/>
        <a:p>
          <a:endParaRPr lang="en-US"/>
        </a:p>
      </dgm:t>
    </dgm:pt>
    <dgm:pt modelId="{499568EC-3B9F-4CC2-BC08-F48B58DA4909}" type="pres">
      <dgm:prSet presAssocID="{93548E90-6FA0-4114-A5E3-AF298433257F}" presName="compNode" presStyleCnt="0"/>
      <dgm:spPr/>
    </dgm:pt>
    <dgm:pt modelId="{ACEEF0AF-0D8D-427D-BF75-63F8552EA607}" type="pres">
      <dgm:prSet presAssocID="{93548E90-6FA0-4114-A5E3-AF298433257F}" presName="node" presStyleLbl="node1" presStyleIdx="5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EAFBB80-90F8-43A2-99E0-B42600726F05}" type="pres">
      <dgm:prSet presAssocID="{93548E90-6FA0-4114-A5E3-AF298433257F}" presName="invisiNode" presStyleLbl="node1" presStyleIdx="5" presStyleCnt="8"/>
      <dgm:spPr/>
    </dgm:pt>
    <dgm:pt modelId="{814A78DA-2421-484B-B09E-DCE9A953E391}" type="pres">
      <dgm:prSet presAssocID="{93548E90-6FA0-4114-A5E3-AF298433257F}" presName="imagNode" presStyleLbl="fgImgPlace1" presStyleIdx="5" presStyleCnt="8"/>
      <dgm:spPr>
        <a:blipFill rotWithShape="1">
          <a:blip xmlns:r="http://schemas.openxmlformats.org/officeDocument/2006/relationships" r:embed="rId6"/>
          <a:stretch>
            <a:fillRect/>
          </a:stretch>
        </a:blipFill>
      </dgm:spPr>
    </dgm:pt>
    <dgm:pt modelId="{FE4CB11D-08EF-4F43-BD43-86EE0E25E27A}" type="pres">
      <dgm:prSet presAssocID="{3219EE18-BD68-4B4E-AF1F-F288A974EA50}" presName="sibTrans" presStyleLbl="sibTrans2D1" presStyleIdx="0" presStyleCnt="0"/>
      <dgm:spPr/>
      <dgm:t>
        <a:bodyPr/>
        <a:lstStyle/>
        <a:p>
          <a:endParaRPr lang="en-US"/>
        </a:p>
      </dgm:t>
    </dgm:pt>
    <dgm:pt modelId="{0C5C4CE8-C112-410E-B9DE-4915FCEE80FF}" type="pres">
      <dgm:prSet presAssocID="{F48804A2-7001-4EDC-B38D-C355C0CC45E5}" presName="compNode" presStyleCnt="0"/>
      <dgm:spPr/>
    </dgm:pt>
    <dgm:pt modelId="{38986180-B72A-428C-AD7E-424ED1F3FD5F}" type="pres">
      <dgm:prSet presAssocID="{F48804A2-7001-4EDC-B38D-C355C0CC45E5}" presName="node" presStyleLbl="node1" presStyleIdx="6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2EAC86-A43D-4F77-830F-6639DACCBC07}" type="pres">
      <dgm:prSet presAssocID="{F48804A2-7001-4EDC-B38D-C355C0CC45E5}" presName="invisiNode" presStyleLbl="node1" presStyleIdx="6" presStyleCnt="8"/>
      <dgm:spPr/>
    </dgm:pt>
    <dgm:pt modelId="{F7B778BC-4DA8-4274-8F1B-E8B1CA9B6A7A}" type="pres">
      <dgm:prSet presAssocID="{F48804A2-7001-4EDC-B38D-C355C0CC45E5}" presName="imagNode" presStyleLbl="fgImgPlace1" presStyleIdx="6" presStyleCnt="8"/>
      <dgm:spPr>
        <a:blipFill rotWithShape="1">
          <a:blip xmlns:r="http://schemas.openxmlformats.org/officeDocument/2006/relationships" r:embed="rId7"/>
          <a:stretch>
            <a:fillRect/>
          </a:stretch>
        </a:blipFill>
      </dgm:spPr>
    </dgm:pt>
    <dgm:pt modelId="{1DD92AB6-4105-465A-8CC6-5285F4EAD5D3}" type="pres">
      <dgm:prSet presAssocID="{392F1949-96D7-44D6-BAC9-1830C7D3D526}" presName="sibTrans" presStyleLbl="sibTrans2D1" presStyleIdx="0" presStyleCnt="0"/>
      <dgm:spPr/>
      <dgm:t>
        <a:bodyPr/>
        <a:lstStyle/>
        <a:p>
          <a:endParaRPr lang="en-US"/>
        </a:p>
      </dgm:t>
    </dgm:pt>
    <dgm:pt modelId="{2B2FD1BE-25A9-4F77-8BEF-B89BFE700465}" type="pres">
      <dgm:prSet presAssocID="{73ADD732-57EA-4816-BB44-A36472F695EE}" presName="compNode" presStyleCnt="0"/>
      <dgm:spPr/>
    </dgm:pt>
    <dgm:pt modelId="{C72D8651-9927-4D5C-9686-724ECD826D9F}" type="pres">
      <dgm:prSet presAssocID="{73ADD732-57EA-4816-BB44-A36472F695EE}" presName="node" presStyleLbl="node1" presStyleIdx="7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273D8F-7B33-4045-9C51-16344C99D416}" type="pres">
      <dgm:prSet presAssocID="{73ADD732-57EA-4816-BB44-A36472F695EE}" presName="invisiNode" presStyleLbl="node1" presStyleIdx="7" presStyleCnt="8"/>
      <dgm:spPr/>
    </dgm:pt>
    <dgm:pt modelId="{C32D36FA-9585-4F55-B87F-470518305732}" type="pres">
      <dgm:prSet presAssocID="{73ADD732-57EA-4816-BB44-A36472F695EE}" presName="imagNode" presStyleLbl="fgImgPlace1" presStyleIdx="7" presStyleCnt="8"/>
      <dgm:spPr>
        <a:blipFill rotWithShape="1">
          <a:blip xmlns:r="http://schemas.openxmlformats.org/officeDocument/2006/relationships" r:embed="rId8"/>
          <a:stretch>
            <a:fillRect/>
          </a:stretch>
        </a:blipFill>
      </dgm:spPr>
    </dgm:pt>
  </dgm:ptLst>
  <dgm:cxnLst>
    <dgm:cxn modelId="{AB962030-DA39-425F-9147-F2A06442310B}" srcId="{C5A78005-8E2B-4BA2-A7B4-15EBC4B193EE}" destId="{78435585-D038-44C1-A7A8-25CE2C6499D6}" srcOrd="0" destOrd="0" parTransId="{B7CC417B-5328-4D60-A3BD-89185A20CE19}" sibTransId="{810BB0D8-D8F8-401A-AACC-D1350ACDBE19}"/>
    <dgm:cxn modelId="{F0C3FDB7-3F54-44AB-A5A7-E47CB25D2B66}" type="presOf" srcId="{8D6A2666-97BC-4860-96AB-7BC4B297A715}" destId="{F48F415B-3126-4B51-949A-31652D62FD35}" srcOrd="0" destOrd="0" presId="urn:microsoft.com/office/officeart/2005/8/layout/pList2"/>
    <dgm:cxn modelId="{8BC03FEA-B600-44E3-AF56-23A936949B75}" type="presOf" srcId="{C5A78005-8E2B-4BA2-A7B4-15EBC4B193EE}" destId="{2E7BB3B2-76F9-424C-92F3-82AB8C5E713E}" srcOrd="0" destOrd="0" presId="urn:microsoft.com/office/officeart/2005/8/layout/pList2"/>
    <dgm:cxn modelId="{3A8A8E8B-B8B9-4020-884F-DE8B1C2D47B3}" type="presOf" srcId="{AC7A14B5-D991-4C80-8A4B-44DBD35D3723}" destId="{AA4058DE-3B9E-4E31-8F61-338DBD60CD4D}" srcOrd="0" destOrd="0" presId="urn:microsoft.com/office/officeart/2005/8/layout/pList2"/>
    <dgm:cxn modelId="{8B2A1E36-388B-42D2-BD61-349BDFDC5B32}" type="presOf" srcId="{3229B8A0-2DB2-4ED9-B3DB-C231A43F08A0}" destId="{BB400851-239E-4741-8AF1-01D2232A4BB8}" srcOrd="0" destOrd="0" presId="urn:microsoft.com/office/officeart/2005/8/layout/pList2"/>
    <dgm:cxn modelId="{7007E8D3-EBBA-4BD6-99DF-FBCBC9CFBDB9}" srcId="{C5A78005-8E2B-4BA2-A7B4-15EBC4B193EE}" destId="{F48804A2-7001-4EDC-B38D-C355C0CC45E5}" srcOrd="6" destOrd="0" parTransId="{2A04CC96-DABF-4120-B731-018F7F0CE976}" sibTransId="{392F1949-96D7-44D6-BAC9-1830C7D3D526}"/>
    <dgm:cxn modelId="{FBD5BA77-AB29-40FD-A8A6-3F22843C9FC0}" type="presOf" srcId="{F48804A2-7001-4EDC-B38D-C355C0CC45E5}" destId="{38986180-B72A-428C-AD7E-424ED1F3FD5F}" srcOrd="0" destOrd="0" presId="urn:microsoft.com/office/officeart/2005/8/layout/pList2"/>
    <dgm:cxn modelId="{3AB4624A-EC16-4E18-A446-645F07BDFC71}" srcId="{C5A78005-8E2B-4BA2-A7B4-15EBC4B193EE}" destId="{73ADD732-57EA-4816-BB44-A36472F695EE}" srcOrd="7" destOrd="0" parTransId="{0B15E30C-4856-4472-9DA1-2D4D9A9E2B1F}" sibTransId="{76078C71-4487-4C96-AF3A-5F3AD284C227}"/>
    <dgm:cxn modelId="{63E2A507-2712-4BA5-B501-E22DE8E246F6}" type="presOf" srcId="{1880A861-1C44-47B9-B424-41089BE79F90}" destId="{AEEB443A-B0FE-4CB0-B5F1-35F6925ABA81}" srcOrd="0" destOrd="0" presId="urn:microsoft.com/office/officeart/2005/8/layout/pList2"/>
    <dgm:cxn modelId="{999C513A-A192-42B8-8BEA-FC6000E3CF32}" type="presOf" srcId="{810BB0D8-D8F8-401A-AACC-D1350ACDBE19}" destId="{64F92B67-F782-47BA-8232-6D3DC20A4083}" srcOrd="0" destOrd="0" presId="urn:microsoft.com/office/officeart/2005/8/layout/pList2"/>
    <dgm:cxn modelId="{10557543-6A99-4FC8-AC9D-0CB4D9F54DF7}" type="presOf" srcId="{73ADD732-57EA-4816-BB44-A36472F695EE}" destId="{C72D8651-9927-4D5C-9686-724ECD826D9F}" srcOrd="0" destOrd="0" presId="urn:microsoft.com/office/officeart/2005/8/layout/pList2"/>
    <dgm:cxn modelId="{42BFD94D-FC67-4C01-BA9D-1A1265A72154}" srcId="{C5A78005-8E2B-4BA2-A7B4-15EBC4B193EE}" destId="{540E1CB4-94FE-4F13-A57A-F280A4657599}" srcOrd="1" destOrd="0" parTransId="{10C849E1-DB99-47F1-9FFA-AD99BA2E420A}" sibTransId="{8D6A2666-97BC-4860-96AB-7BC4B297A715}"/>
    <dgm:cxn modelId="{BDB124C9-D986-4CF1-BA98-CD4FA56E5889}" type="presOf" srcId="{392F1949-96D7-44D6-BAC9-1830C7D3D526}" destId="{1DD92AB6-4105-465A-8CC6-5285F4EAD5D3}" srcOrd="0" destOrd="0" presId="urn:microsoft.com/office/officeart/2005/8/layout/pList2"/>
    <dgm:cxn modelId="{D9F4FC5D-17F3-49C7-A899-5A3EC9B74ADD}" type="presOf" srcId="{93548E90-6FA0-4114-A5E3-AF298433257F}" destId="{ACEEF0AF-0D8D-427D-BF75-63F8552EA607}" srcOrd="0" destOrd="0" presId="urn:microsoft.com/office/officeart/2005/8/layout/pList2"/>
    <dgm:cxn modelId="{CFC91C44-23C7-4C8B-8FD9-4F7DFA063DF9}" type="presOf" srcId="{78435585-D038-44C1-A7A8-25CE2C6499D6}" destId="{24A90B3F-FE4A-4153-87EC-D29D49B54D3A}" srcOrd="0" destOrd="0" presId="urn:microsoft.com/office/officeart/2005/8/layout/pList2"/>
    <dgm:cxn modelId="{7279A3FD-11A0-436E-98A7-AF06CC9314F6}" type="presOf" srcId="{331AA658-41AC-44A4-8A3E-FA5785F8C511}" destId="{4E4AFC01-EC72-43BE-A3EA-6BF4D44A7270}" srcOrd="0" destOrd="0" presId="urn:microsoft.com/office/officeart/2005/8/layout/pList2"/>
    <dgm:cxn modelId="{93F759DD-B314-4E4F-A8DB-BBB0E834CE50}" type="presOf" srcId="{057A998E-FACE-4FA9-A202-7302F5C2B820}" destId="{93C58730-54A2-439F-BCB7-1C81EB569384}" srcOrd="0" destOrd="0" presId="urn:microsoft.com/office/officeart/2005/8/layout/pList2"/>
    <dgm:cxn modelId="{F6CEA4B9-A99D-4A31-A2CB-879200DD7AD0}" type="presOf" srcId="{540E1CB4-94FE-4F13-A57A-F280A4657599}" destId="{6A1CA116-EE3A-48B7-BC98-62FB6EA1F3E7}" srcOrd="0" destOrd="0" presId="urn:microsoft.com/office/officeart/2005/8/layout/pList2"/>
    <dgm:cxn modelId="{F3517BA0-1245-4015-8CFD-5A8B70B5A06C}" type="presOf" srcId="{3219EE18-BD68-4B4E-AF1F-F288A974EA50}" destId="{FE4CB11D-08EF-4F43-BD43-86EE0E25E27A}" srcOrd="0" destOrd="0" presId="urn:microsoft.com/office/officeart/2005/8/layout/pList2"/>
    <dgm:cxn modelId="{492BEA74-2756-4B01-BD4A-3F7BE7B0A991}" type="presOf" srcId="{761D12D0-D8F8-42FA-8CC6-69283991AB08}" destId="{6834BA63-4934-4922-A78C-DA3C077CD28E}" srcOrd="0" destOrd="0" presId="urn:microsoft.com/office/officeart/2005/8/layout/pList2"/>
    <dgm:cxn modelId="{82C1B4F6-63AC-46C4-B360-54FB8773865F}" srcId="{C5A78005-8E2B-4BA2-A7B4-15EBC4B193EE}" destId="{3229B8A0-2DB2-4ED9-B3DB-C231A43F08A0}" srcOrd="4" destOrd="0" parTransId="{552087D7-5A1E-49C4-991D-E194A232E8D0}" sibTransId="{AC7A14B5-D991-4C80-8A4B-44DBD35D3723}"/>
    <dgm:cxn modelId="{D1817234-0FCB-4EC0-87B9-6C896ECE8D01}" srcId="{C5A78005-8E2B-4BA2-A7B4-15EBC4B193EE}" destId="{761D12D0-D8F8-42FA-8CC6-69283991AB08}" srcOrd="3" destOrd="0" parTransId="{47625EB4-204A-4178-87D9-3AD0F23F0CCA}" sibTransId="{057A998E-FACE-4FA9-A202-7302F5C2B820}"/>
    <dgm:cxn modelId="{13F9466C-D89B-490B-A31C-08466E8E95BC}" srcId="{C5A78005-8E2B-4BA2-A7B4-15EBC4B193EE}" destId="{93548E90-6FA0-4114-A5E3-AF298433257F}" srcOrd="5" destOrd="0" parTransId="{4C27DC64-D3C1-427B-8366-55F1A0F28330}" sibTransId="{3219EE18-BD68-4B4E-AF1F-F288A974EA50}"/>
    <dgm:cxn modelId="{58D7D6F2-64C8-4745-AB29-C88B5E757160}" srcId="{C5A78005-8E2B-4BA2-A7B4-15EBC4B193EE}" destId="{331AA658-41AC-44A4-8A3E-FA5785F8C511}" srcOrd="2" destOrd="0" parTransId="{52222169-C70F-452F-B048-EB193955135C}" sibTransId="{1880A861-1C44-47B9-B424-41089BE79F90}"/>
    <dgm:cxn modelId="{28C41A06-F240-4182-85E6-3BBAE6B9ADFA}" type="presParOf" srcId="{2E7BB3B2-76F9-424C-92F3-82AB8C5E713E}" destId="{D807FB0A-38CB-4F0B-86D3-9AC67477CD80}" srcOrd="0" destOrd="0" presId="urn:microsoft.com/office/officeart/2005/8/layout/pList2"/>
    <dgm:cxn modelId="{8AF996B8-4821-42A7-B38E-6F4E81FFF9A5}" type="presParOf" srcId="{2E7BB3B2-76F9-424C-92F3-82AB8C5E713E}" destId="{39D2A8E8-434E-40FD-9634-E54CA34882A7}" srcOrd="1" destOrd="0" presId="urn:microsoft.com/office/officeart/2005/8/layout/pList2"/>
    <dgm:cxn modelId="{A1B02945-C5D2-4A25-88A6-80600A9197FE}" type="presParOf" srcId="{39D2A8E8-434E-40FD-9634-E54CA34882A7}" destId="{DFA9899E-0A83-452C-92FF-8CBF8FAAD290}" srcOrd="0" destOrd="0" presId="urn:microsoft.com/office/officeart/2005/8/layout/pList2"/>
    <dgm:cxn modelId="{4B11C995-CCC7-45E2-936F-95F614EECD01}" type="presParOf" srcId="{DFA9899E-0A83-452C-92FF-8CBF8FAAD290}" destId="{24A90B3F-FE4A-4153-87EC-D29D49B54D3A}" srcOrd="0" destOrd="0" presId="urn:microsoft.com/office/officeart/2005/8/layout/pList2"/>
    <dgm:cxn modelId="{82CC6E9A-50D2-4E21-A28D-282DAF6A8F35}" type="presParOf" srcId="{DFA9899E-0A83-452C-92FF-8CBF8FAAD290}" destId="{7D11DF50-21CA-4615-87CA-0C13EF508845}" srcOrd="1" destOrd="0" presId="urn:microsoft.com/office/officeart/2005/8/layout/pList2"/>
    <dgm:cxn modelId="{0881B83D-52CC-4B3C-A4F4-2FE14A9386FD}" type="presParOf" srcId="{DFA9899E-0A83-452C-92FF-8CBF8FAAD290}" destId="{ACE92027-1868-4490-9329-9290BE0E9B37}" srcOrd="2" destOrd="0" presId="urn:microsoft.com/office/officeart/2005/8/layout/pList2"/>
    <dgm:cxn modelId="{6BFA2C76-3DF6-4C3A-A833-DC1A73B232EE}" type="presParOf" srcId="{39D2A8E8-434E-40FD-9634-E54CA34882A7}" destId="{64F92B67-F782-47BA-8232-6D3DC20A4083}" srcOrd="1" destOrd="0" presId="urn:microsoft.com/office/officeart/2005/8/layout/pList2"/>
    <dgm:cxn modelId="{43DD8BD3-0A8D-4578-B28C-58624DE21300}" type="presParOf" srcId="{39D2A8E8-434E-40FD-9634-E54CA34882A7}" destId="{97129F9A-EE55-4A24-BCCD-EE2C3DC1D9F5}" srcOrd="2" destOrd="0" presId="urn:microsoft.com/office/officeart/2005/8/layout/pList2"/>
    <dgm:cxn modelId="{CEA54542-7C28-4227-B3E6-419A5141DDC8}" type="presParOf" srcId="{97129F9A-EE55-4A24-BCCD-EE2C3DC1D9F5}" destId="{6A1CA116-EE3A-48B7-BC98-62FB6EA1F3E7}" srcOrd="0" destOrd="0" presId="urn:microsoft.com/office/officeart/2005/8/layout/pList2"/>
    <dgm:cxn modelId="{8D6E0396-18F5-4E31-81AF-A883DF09A2D1}" type="presParOf" srcId="{97129F9A-EE55-4A24-BCCD-EE2C3DC1D9F5}" destId="{8846460B-F9D8-495D-9CAF-573AE5B1434B}" srcOrd="1" destOrd="0" presId="urn:microsoft.com/office/officeart/2005/8/layout/pList2"/>
    <dgm:cxn modelId="{AB72A5F9-75EC-4EBC-BF5F-9EA3FD7447B9}" type="presParOf" srcId="{97129F9A-EE55-4A24-BCCD-EE2C3DC1D9F5}" destId="{602DA6D9-6FFB-4B35-A7F1-3B611ACE22A0}" srcOrd="2" destOrd="0" presId="urn:microsoft.com/office/officeart/2005/8/layout/pList2"/>
    <dgm:cxn modelId="{D582AD2D-F507-46FB-A892-A3A2A380B0A7}" type="presParOf" srcId="{39D2A8E8-434E-40FD-9634-E54CA34882A7}" destId="{F48F415B-3126-4B51-949A-31652D62FD35}" srcOrd="3" destOrd="0" presId="urn:microsoft.com/office/officeart/2005/8/layout/pList2"/>
    <dgm:cxn modelId="{1CF57275-1BFA-496F-A8AC-CBB2444196EB}" type="presParOf" srcId="{39D2A8E8-434E-40FD-9634-E54CA34882A7}" destId="{6ECCFD58-FD48-418E-902A-963364B53858}" srcOrd="4" destOrd="0" presId="urn:microsoft.com/office/officeart/2005/8/layout/pList2"/>
    <dgm:cxn modelId="{68865C0F-FCEB-4F8B-B8F9-F53276CECF84}" type="presParOf" srcId="{6ECCFD58-FD48-418E-902A-963364B53858}" destId="{4E4AFC01-EC72-43BE-A3EA-6BF4D44A7270}" srcOrd="0" destOrd="0" presId="urn:microsoft.com/office/officeart/2005/8/layout/pList2"/>
    <dgm:cxn modelId="{DC654209-9D94-444E-8066-411332B69181}" type="presParOf" srcId="{6ECCFD58-FD48-418E-902A-963364B53858}" destId="{567E7F7B-FAF5-4E37-A729-E56189793FF5}" srcOrd="1" destOrd="0" presId="urn:microsoft.com/office/officeart/2005/8/layout/pList2"/>
    <dgm:cxn modelId="{B62306E7-59E1-4054-BAA3-4528B9B42F57}" type="presParOf" srcId="{6ECCFD58-FD48-418E-902A-963364B53858}" destId="{F0FFC279-8089-407F-8331-E03CC78739CD}" srcOrd="2" destOrd="0" presId="urn:microsoft.com/office/officeart/2005/8/layout/pList2"/>
    <dgm:cxn modelId="{F36B7EF0-01D9-48A6-812C-91AAE9309A64}" type="presParOf" srcId="{39D2A8E8-434E-40FD-9634-E54CA34882A7}" destId="{AEEB443A-B0FE-4CB0-B5F1-35F6925ABA81}" srcOrd="5" destOrd="0" presId="urn:microsoft.com/office/officeart/2005/8/layout/pList2"/>
    <dgm:cxn modelId="{8DA33240-76A0-4A2A-BFE0-8D3CBC4CE819}" type="presParOf" srcId="{39D2A8E8-434E-40FD-9634-E54CA34882A7}" destId="{38F07908-E087-4B2F-B4DB-EDE8F0733138}" srcOrd="6" destOrd="0" presId="urn:microsoft.com/office/officeart/2005/8/layout/pList2"/>
    <dgm:cxn modelId="{1E2E0521-35A4-4976-9083-6284353D72BA}" type="presParOf" srcId="{38F07908-E087-4B2F-B4DB-EDE8F0733138}" destId="{6834BA63-4934-4922-A78C-DA3C077CD28E}" srcOrd="0" destOrd="0" presId="urn:microsoft.com/office/officeart/2005/8/layout/pList2"/>
    <dgm:cxn modelId="{8BD7E423-AAC7-4A22-B7A3-58EB9BBAB24A}" type="presParOf" srcId="{38F07908-E087-4B2F-B4DB-EDE8F0733138}" destId="{9DA7132B-2499-4625-AE3C-CD155938B791}" srcOrd="1" destOrd="0" presId="urn:microsoft.com/office/officeart/2005/8/layout/pList2"/>
    <dgm:cxn modelId="{C217DF65-40E3-4D1C-AA13-324BE0FF0CA4}" type="presParOf" srcId="{38F07908-E087-4B2F-B4DB-EDE8F0733138}" destId="{4F8773E2-AF2A-44AA-A63F-426090065B52}" srcOrd="2" destOrd="0" presId="urn:microsoft.com/office/officeart/2005/8/layout/pList2"/>
    <dgm:cxn modelId="{37868F42-6B0A-4324-8455-BF686F95FD4B}" type="presParOf" srcId="{39D2A8E8-434E-40FD-9634-E54CA34882A7}" destId="{93C58730-54A2-439F-BCB7-1C81EB569384}" srcOrd="7" destOrd="0" presId="urn:microsoft.com/office/officeart/2005/8/layout/pList2"/>
    <dgm:cxn modelId="{AD72A9A5-2665-436A-8789-311730081B16}" type="presParOf" srcId="{39D2A8E8-434E-40FD-9634-E54CA34882A7}" destId="{A3FE4CE6-E8C7-4ADA-A80E-B3E0D143C83E}" srcOrd="8" destOrd="0" presId="urn:microsoft.com/office/officeart/2005/8/layout/pList2"/>
    <dgm:cxn modelId="{6FCF3838-9A1B-441A-AA48-7C614BF98FC2}" type="presParOf" srcId="{A3FE4CE6-E8C7-4ADA-A80E-B3E0D143C83E}" destId="{BB400851-239E-4741-8AF1-01D2232A4BB8}" srcOrd="0" destOrd="0" presId="urn:microsoft.com/office/officeart/2005/8/layout/pList2"/>
    <dgm:cxn modelId="{9161D211-79E1-4048-809F-0AE9DBBE02A1}" type="presParOf" srcId="{A3FE4CE6-E8C7-4ADA-A80E-B3E0D143C83E}" destId="{764F1EF4-149A-4F94-AC71-592E2DC1EB35}" srcOrd="1" destOrd="0" presId="urn:microsoft.com/office/officeart/2005/8/layout/pList2"/>
    <dgm:cxn modelId="{95641A70-0FE6-4F04-9B82-DADB8FFA5F26}" type="presParOf" srcId="{A3FE4CE6-E8C7-4ADA-A80E-B3E0D143C83E}" destId="{AF119F5F-1768-4CBE-B32E-B88D33B3AB83}" srcOrd="2" destOrd="0" presId="urn:microsoft.com/office/officeart/2005/8/layout/pList2"/>
    <dgm:cxn modelId="{7D16F8E3-35F5-4C80-A50A-00E0186F838A}" type="presParOf" srcId="{39D2A8E8-434E-40FD-9634-E54CA34882A7}" destId="{AA4058DE-3B9E-4E31-8F61-338DBD60CD4D}" srcOrd="9" destOrd="0" presId="urn:microsoft.com/office/officeart/2005/8/layout/pList2"/>
    <dgm:cxn modelId="{D4DFFE41-F3AD-4E0D-A3D0-6206FCFAF08E}" type="presParOf" srcId="{39D2A8E8-434E-40FD-9634-E54CA34882A7}" destId="{499568EC-3B9F-4CC2-BC08-F48B58DA4909}" srcOrd="10" destOrd="0" presId="urn:microsoft.com/office/officeart/2005/8/layout/pList2"/>
    <dgm:cxn modelId="{E23CDA3F-9015-47B2-B26E-E9C224BF022E}" type="presParOf" srcId="{499568EC-3B9F-4CC2-BC08-F48B58DA4909}" destId="{ACEEF0AF-0D8D-427D-BF75-63F8552EA607}" srcOrd="0" destOrd="0" presId="urn:microsoft.com/office/officeart/2005/8/layout/pList2"/>
    <dgm:cxn modelId="{BA761F5B-CF9C-478D-A734-DD3E1CACDF8D}" type="presParOf" srcId="{499568EC-3B9F-4CC2-BC08-F48B58DA4909}" destId="{CEAFBB80-90F8-43A2-99E0-B42600726F05}" srcOrd="1" destOrd="0" presId="urn:microsoft.com/office/officeart/2005/8/layout/pList2"/>
    <dgm:cxn modelId="{5D61FAE2-3079-4243-B550-904B1F1A76B5}" type="presParOf" srcId="{499568EC-3B9F-4CC2-BC08-F48B58DA4909}" destId="{814A78DA-2421-484B-B09E-DCE9A953E391}" srcOrd="2" destOrd="0" presId="urn:microsoft.com/office/officeart/2005/8/layout/pList2"/>
    <dgm:cxn modelId="{F733E620-82EC-4844-B580-04775D06348A}" type="presParOf" srcId="{39D2A8E8-434E-40FD-9634-E54CA34882A7}" destId="{FE4CB11D-08EF-4F43-BD43-86EE0E25E27A}" srcOrd="11" destOrd="0" presId="urn:microsoft.com/office/officeart/2005/8/layout/pList2"/>
    <dgm:cxn modelId="{21D3A317-B2B3-4AAF-BDA7-822435174D04}" type="presParOf" srcId="{39D2A8E8-434E-40FD-9634-E54CA34882A7}" destId="{0C5C4CE8-C112-410E-B9DE-4915FCEE80FF}" srcOrd="12" destOrd="0" presId="urn:microsoft.com/office/officeart/2005/8/layout/pList2"/>
    <dgm:cxn modelId="{B4F6EA73-6FAC-4093-A3B5-72C90D89B619}" type="presParOf" srcId="{0C5C4CE8-C112-410E-B9DE-4915FCEE80FF}" destId="{38986180-B72A-428C-AD7E-424ED1F3FD5F}" srcOrd="0" destOrd="0" presId="urn:microsoft.com/office/officeart/2005/8/layout/pList2"/>
    <dgm:cxn modelId="{4843D595-0DF4-445F-BB40-8C6C56A43786}" type="presParOf" srcId="{0C5C4CE8-C112-410E-B9DE-4915FCEE80FF}" destId="{842EAC86-A43D-4F77-830F-6639DACCBC07}" srcOrd="1" destOrd="0" presId="urn:microsoft.com/office/officeart/2005/8/layout/pList2"/>
    <dgm:cxn modelId="{B2EECD07-7648-45F8-AAF7-9EF2BA4C67AE}" type="presParOf" srcId="{0C5C4CE8-C112-410E-B9DE-4915FCEE80FF}" destId="{F7B778BC-4DA8-4274-8F1B-E8B1CA9B6A7A}" srcOrd="2" destOrd="0" presId="urn:microsoft.com/office/officeart/2005/8/layout/pList2"/>
    <dgm:cxn modelId="{FB4DAAB5-B454-4F30-A59A-9F86F7F7280A}" type="presParOf" srcId="{39D2A8E8-434E-40FD-9634-E54CA34882A7}" destId="{1DD92AB6-4105-465A-8CC6-5285F4EAD5D3}" srcOrd="13" destOrd="0" presId="urn:microsoft.com/office/officeart/2005/8/layout/pList2"/>
    <dgm:cxn modelId="{4039E469-F834-42B7-8284-66A0AFC599DA}" type="presParOf" srcId="{39D2A8E8-434E-40FD-9634-E54CA34882A7}" destId="{2B2FD1BE-25A9-4F77-8BEF-B89BFE700465}" srcOrd="14" destOrd="0" presId="urn:microsoft.com/office/officeart/2005/8/layout/pList2"/>
    <dgm:cxn modelId="{6784E556-7C53-4D1D-BCAA-16E390ECFC73}" type="presParOf" srcId="{2B2FD1BE-25A9-4F77-8BEF-B89BFE700465}" destId="{C72D8651-9927-4D5C-9686-724ECD826D9F}" srcOrd="0" destOrd="0" presId="urn:microsoft.com/office/officeart/2005/8/layout/pList2"/>
    <dgm:cxn modelId="{AA3CC91F-27F8-4139-8BB9-951FED9B40CB}" type="presParOf" srcId="{2B2FD1BE-25A9-4F77-8BEF-B89BFE700465}" destId="{16273D8F-7B33-4045-9C51-16344C99D416}" srcOrd="1" destOrd="0" presId="urn:microsoft.com/office/officeart/2005/8/layout/pList2"/>
    <dgm:cxn modelId="{E7DCED9E-0B3F-43EC-9302-840B20B559DD}" type="presParOf" srcId="{2B2FD1BE-25A9-4F77-8BEF-B89BFE700465}" destId="{C32D36FA-9585-4F55-B87F-470518305732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07FB0A-38CB-4F0B-86D3-9AC67477CD80}">
      <dsp:nvSpPr>
        <dsp:cNvPr id="0" name=""/>
        <dsp:cNvSpPr/>
      </dsp:nvSpPr>
      <dsp:spPr>
        <a:xfrm>
          <a:off x="0" y="190685"/>
          <a:ext cx="11717078" cy="233969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E92027-1868-4490-9329-9290BE0E9B37}">
      <dsp:nvSpPr>
        <dsp:cNvPr id="0" name=""/>
        <dsp:cNvSpPr/>
      </dsp:nvSpPr>
      <dsp:spPr>
        <a:xfrm>
          <a:off x="355075" y="311959"/>
          <a:ext cx="1265164" cy="171577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A90B3F-FE4A-4153-87EC-D29D49B54D3A}">
      <dsp:nvSpPr>
        <dsp:cNvPr id="0" name=""/>
        <dsp:cNvSpPr/>
      </dsp:nvSpPr>
      <dsp:spPr>
        <a:xfrm rot="10800000">
          <a:off x="355075" y="2339694"/>
          <a:ext cx="1265164" cy="2859626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Meeting No.1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Problem Identification &amp; Objective Definition</a:t>
          </a:r>
          <a:endParaRPr lang="en-US" sz="1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393983" y="2339694"/>
        <a:ext cx="1187348" cy="2820718"/>
      </dsp:txXfrm>
    </dsp:sp>
    <dsp:sp modelId="{602DA6D9-6FFB-4B35-A7F1-3B611ACE22A0}">
      <dsp:nvSpPr>
        <dsp:cNvPr id="0" name=""/>
        <dsp:cNvSpPr/>
      </dsp:nvSpPr>
      <dsp:spPr>
        <a:xfrm>
          <a:off x="1746755" y="311959"/>
          <a:ext cx="1265164" cy="171577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1CA116-EE3A-48B7-BC98-62FB6EA1F3E7}">
      <dsp:nvSpPr>
        <dsp:cNvPr id="0" name=""/>
        <dsp:cNvSpPr/>
      </dsp:nvSpPr>
      <dsp:spPr>
        <a:xfrm rot="10800000">
          <a:off x="1746755" y="2339694"/>
          <a:ext cx="1265164" cy="2859626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Meeting No.2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Literature Review &amp; Technique Selection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b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(CNC laser cleaning methods, maintenance issues)</a:t>
          </a:r>
          <a:endParaRPr lang="en-US" sz="1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1785663" y="2339694"/>
        <a:ext cx="1187348" cy="2820718"/>
      </dsp:txXfrm>
    </dsp:sp>
    <dsp:sp modelId="{F0FFC279-8089-407F-8331-E03CC78739CD}">
      <dsp:nvSpPr>
        <dsp:cNvPr id="0" name=""/>
        <dsp:cNvSpPr/>
      </dsp:nvSpPr>
      <dsp:spPr>
        <a:xfrm>
          <a:off x="3138436" y="311959"/>
          <a:ext cx="1265164" cy="171577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4AFC01-EC72-43BE-A3EA-6BF4D44A7270}">
      <dsp:nvSpPr>
        <dsp:cNvPr id="0" name=""/>
        <dsp:cNvSpPr/>
      </dsp:nvSpPr>
      <dsp:spPr>
        <a:xfrm rot="10800000">
          <a:off x="3138436" y="2339694"/>
          <a:ext cx="1265164" cy="2859626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Meeting No.3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Concept Design &amp; Initial Sketching</a:t>
          </a:r>
          <a:endParaRPr lang="en-US" sz="1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3177344" y="2339694"/>
        <a:ext cx="1187348" cy="2820718"/>
      </dsp:txXfrm>
    </dsp:sp>
    <dsp:sp modelId="{4F8773E2-AF2A-44AA-A63F-426090065B52}">
      <dsp:nvSpPr>
        <dsp:cNvPr id="0" name=""/>
        <dsp:cNvSpPr/>
      </dsp:nvSpPr>
      <dsp:spPr>
        <a:xfrm>
          <a:off x="4530116" y="311959"/>
          <a:ext cx="1265164" cy="171577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4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34BA63-4934-4922-A78C-DA3C077CD28E}">
      <dsp:nvSpPr>
        <dsp:cNvPr id="0" name=""/>
        <dsp:cNvSpPr/>
      </dsp:nvSpPr>
      <dsp:spPr>
        <a:xfrm rot="10800000">
          <a:off x="4530116" y="2339694"/>
          <a:ext cx="1265164" cy="2859626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Meeting No.4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3D CAD Modelling (NX/CATIA)</a:t>
          </a:r>
          <a:endParaRPr lang="en-IN" sz="14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4569024" y="2339694"/>
        <a:ext cx="1187348" cy="2820718"/>
      </dsp:txXfrm>
    </dsp:sp>
    <dsp:sp modelId="{AF119F5F-1768-4CBE-B32E-B88D33B3AB83}">
      <dsp:nvSpPr>
        <dsp:cNvPr id="0" name=""/>
        <dsp:cNvSpPr/>
      </dsp:nvSpPr>
      <dsp:spPr>
        <a:xfrm>
          <a:off x="5921797" y="311959"/>
          <a:ext cx="1265164" cy="171577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5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400851-239E-4741-8AF1-01D2232A4BB8}">
      <dsp:nvSpPr>
        <dsp:cNvPr id="0" name=""/>
        <dsp:cNvSpPr/>
      </dsp:nvSpPr>
      <dsp:spPr>
        <a:xfrm rot="10800000">
          <a:off x="5921797" y="2339694"/>
          <a:ext cx="1265164" cy="2859626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Meeting No.5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Material Selection &amp; Component Collection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b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(scraper, pneumatic cylinder, hinge, etc.)</a:t>
          </a:r>
          <a:endParaRPr lang="en-US" sz="1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5960705" y="2339694"/>
        <a:ext cx="1187348" cy="2820718"/>
      </dsp:txXfrm>
    </dsp:sp>
    <dsp:sp modelId="{814A78DA-2421-484B-B09E-DCE9A953E391}">
      <dsp:nvSpPr>
        <dsp:cNvPr id="0" name=""/>
        <dsp:cNvSpPr/>
      </dsp:nvSpPr>
      <dsp:spPr>
        <a:xfrm>
          <a:off x="7313477" y="311959"/>
          <a:ext cx="1265164" cy="171577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6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EEF0AF-0D8D-427D-BF75-63F8552EA607}">
      <dsp:nvSpPr>
        <dsp:cNvPr id="0" name=""/>
        <dsp:cNvSpPr/>
      </dsp:nvSpPr>
      <dsp:spPr>
        <a:xfrm rot="10800000">
          <a:off x="7313477" y="2339694"/>
          <a:ext cx="1265164" cy="2859626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Meeting No.6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Assembly, Fitting &amp; Working Mechanism Study</a:t>
          </a:r>
          <a:endParaRPr lang="en-IN" sz="14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7352385" y="2339694"/>
        <a:ext cx="1187348" cy="2820718"/>
      </dsp:txXfrm>
    </dsp:sp>
    <dsp:sp modelId="{F7B778BC-4DA8-4274-8F1B-E8B1CA9B6A7A}">
      <dsp:nvSpPr>
        <dsp:cNvPr id="0" name=""/>
        <dsp:cNvSpPr/>
      </dsp:nvSpPr>
      <dsp:spPr>
        <a:xfrm>
          <a:off x="8705158" y="311959"/>
          <a:ext cx="1265164" cy="171577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7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986180-B72A-428C-AD7E-424ED1F3FD5F}">
      <dsp:nvSpPr>
        <dsp:cNvPr id="0" name=""/>
        <dsp:cNvSpPr/>
      </dsp:nvSpPr>
      <dsp:spPr>
        <a:xfrm rot="10800000">
          <a:off x="8705158" y="2339694"/>
          <a:ext cx="1265164" cy="2859626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Meeting No.7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Finite Element Analysis (FEA) &amp; Load Calculation</a:t>
          </a:r>
          <a:endParaRPr lang="en-US" sz="1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8744066" y="2339694"/>
        <a:ext cx="1187348" cy="2820718"/>
      </dsp:txXfrm>
    </dsp:sp>
    <dsp:sp modelId="{C32D36FA-9585-4F55-B87F-470518305732}">
      <dsp:nvSpPr>
        <dsp:cNvPr id="0" name=""/>
        <dsp:cNvSpPr/>
      </dsp:nvSpPr>
      <dsp:spPr>
        <a:xfrm>
          <a:off x="10096838" y="311959"/>
          <a:ext cx="1265164" cy="171577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8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2D8651-9927-4D5C-9686-724ECD826D9F}">
      <dsp:nvSpPr>
        <dsp:cNvPr id="0" name=""/>
        <dsp:cNvSpPr/>
      </dsp:nvSpPr>
      <dsp:spPr>
        <a:xfrm rot="10800000">
          <a:off x="10096838" y="2339694"/>
          <a:ext cx="1265164" cy="2859626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Meeting No.8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Results, Optimization &amp; Report Preparation</a:t>
          </a:r>
          <a:endParaRPr lang="en-IN" sz="14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10135746" y="2339694"/>
        <a:ext cx="1187348" cy="2820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7DEC-03AE-4251-BE87-BA8151B188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0528-94A5-43BD-BC5E-D2D094F98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425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7DEC-03AE-4251-BE87-BA8151B188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0528-94A5-43BD-BC5E-D2D094F98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62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7DEC-03AE-4251-BE87-BA8151B188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0528-94A5-43BD-BC5E-D2D094F98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725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7DEC-03AE-4251-BE87-BA8151B188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0528-94A5-43BD-BC5E-D2D094F98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034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7DEC-03AE-4251-BE87-BA8151B188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0528-94A5-43BD-BC5E-D2D094F98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016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7DEC-03AE-4251-BE87-BA8151B188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0528-94A5-43BD-BC5E-D2D094F98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526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7DEC-03AE-4251-BE87-BA8151B188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0528-94A5-43BD-BC5E-D2D094F98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176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7DEC-03AE-4251-BE87-BA8151B188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0528-94A5-43BD-BC5E-D2D094F98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281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7DEC-03AE-4251-BE87-BA8151B188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0528-94A5-43BD-BC5E-D2D094F98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008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7DEC-03AE-4251-BE87-BA8151B188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0528-94A5-43BD-BC5E-D2D094F98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728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7DEC-03AE-4251-BE87-BA8151B188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0528-94A5-43BD-BC5E-D2D094F98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483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A7DEC-03AE-4251-BE87-BA8151B188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50528-94A5-43BD-BC5E-D2D094F98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133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9111" y="2589198"/>
            <a:ext cx="9691754" cy="350891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66CC"/>
                </a:solidFill>
                <a:effectLst>
                  <a:outerShdw dist="17962" dir="2700000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Department of Mechanical </a:t>
            </a:r>
            <a:r>
              <a:rPr lang="en-US" dirty="0" smtClean="0">
                <a:solidFill>
                  <a:srgbClr val="0066CC"/>
                </a:solidFill>
                <a:effectLst>
                  <a:outerShdw dist="17962" dir="2700000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Engineering</a:t>
            </a:r>
            <a:endParaRPr lang="en-US" dirty="0">
              <a:solidFill>
                <a:srgbClr val="0066CC"/>
              </a:solidFill>
              <a:effectLst>
                <a:outerShdw dist="17962" dir="2700000">
                  <a:srgbClr val="000000"/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b="1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Pneumatic</a:t>
            </a:r>
            <a:r>
              <a:rPr lang="en-US" b="1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Scraper</a:t>
            </a:r>
            <a:r>
              <a:rPr lang="en-US" b="1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Blade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CNC</a:t>
            </a:r>
            <a:r>
              <a:rPr lang="en-US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Laser-</a:t>
            </a:r>
            <a:r>
              <a:rPr lang="en-US" b="1" spc="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Bed </a:t>
            </a:r>
            <a:r>
              <a:rPr lang="en-US" b="1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  <a:endParaRPr lang="en-US" b="1" dirty="0">
              <a:solidFill>
                <a:srgbClr val="0066CC"/>
              </a:solidFill>
              <a:effectLst>
                <a:outerShdw dist="17962" dir="2700000">
                  <a:srgbClr val="000000"/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 smtClean="0">
              <a:solidFill>
                <a:srgbClr val="0066CC"/>
              </a:solidFill>
              <a:effectLst>
                <a:outerShdw dist="17962" dir="2700000">
                  <a:srgbClr val="000000"/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marL="0" indent="0" hangingPunct="0">
              <a:spcBef>
                <a:spcPts val="563"/>
              </a:spcBef>
              <a:buNone/>
              <a:tabLst>
                <a:tab pos="0" algn="l"/>
                <a:tab pos="857305" algn="l"/>
                <a:tab pos="1714610" algn="l"/>
                <a:tab pos="2571915" algn="l"/>
                <a:tab pos="3429219" algn="l"/>
                <a:tab pos="4286524" algn="l"/>
                <a:tab pos="5143829" algn="l"/>
                <a:tab pos="6001134" algn="l"/>
                <a:tab pos="6858439" algn="l"/>
                <a:tab pos="7715744" algn="l"/>
                <a:tab pos="8573049" algn="l"/>
                <a:tab pos="9430354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ea typeface="WenQuanYi Zen Hei Sharp" pitchFamily="2"/>
                <a:cs typeface="Times New Roman" pitchFamily="18" charset="0"/>
              </a:rPr>
              <a:t>Presenting by:</a:t>
            </a:r>
          </a:p>
          <a:p>
            <a:pPr marL="223256" indent="-223256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Devanshu Borase, </a:t>
            </a:r>
          </a:p>
          <a:p>
            <a:pPr marL="223256" indent="-223256"/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ushikesh</a:t>
            </a:r>
            <a:r>
              <a:rPr lang="en-IN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Dhumal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223256" indent="-223256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Pratik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Kadam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223256" indent="-223256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Yusuf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Patwa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solidFill>
                <a:srgbClr val="0066CC"/>
              </a:solidFill>
              <a:effectLst>
                <a:outerShdw dist="17962" dir="2700000">
                  <a:srgbClr val="00000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11" y="327171"/>
            <a:ext cx="10750556" cy="192751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44E48484-D34A-45E5-8D12-2A4501B57E89}"/>
              </a:ext>
            </a:extLst>
          </p:cNvPr>
          <p:cNvSpPr/>
          <p:nvPr/>
        </p:nvSpPr>
        <p:spPr>
          <a:xfrm>
            <a:off x="7249515" y="4815145"/>
            <a:ext cx="4335678" cy="128297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84379" tIns="43873" rIns="84379" bIns="43873" anchor="t" anchorCtr="0" compatLnSpc="1"/>
          <a:lstStyle/>
          <a:p>
            <a:pPr hangingPunct="0">
              <a:spcBef>
                <a:spcPts val="563"/>
              </a:spcBef>
              <a:tabLst>
                <a:tab pos="0" algn="l"/>
                <a:tab pos="857305" algn="l"/>
                <a:tab pos="1714610" algn="l"/>
                <a:tab pos="2571915" algn="l"/>
                <a:tab pos="3429219" algn="l"/>
                <a:tab pos="4286524" algn="l"/>
                <a:tab pos="5143829" algn="l"/>
                <a:tab pos="6001134" algn="l"/>
                <a:tab pos="6858439" algn="l"/>
                <a:tab pos="7715744" algn="l"/>
                <a:tab pos="8573049" algn="l"/>
                <a:tab pos="9430354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 smtClean="0">
                <a:solidFill>
                  <a:schemeClr val="tx2"/>
                </a:solidFill>
                <a:latin typeface="Times New Roman" pitchFamily="18" charset="0"/>
                <a:ea typeface="WenQuanYi Zen Hei Sharp" pitchFamily="2"/>
                <a:cs typeface="Times New Roman" pitchFamily="18" charset="0"/>
              </a:rPr>
              <a:t>Guided by: </a:t>
            </a:r>
            <a:endParaRPr lang="en-US" b="1" dirty="0">
              <a:solidFill>
                <a:schemeClr val="tx2"/>
              </a:solidFill>
              <a:latin typeface="Times New Roman" pitchFamily="18" charset="0"/>
              <a:ea typeface="WenQuanYi Zen Hei Sharp" pitchFamily="2"/>
              <a:cs typeface="Times New Roman" pitchFamily="18" charset="0"/>
            </a:endParaRPr>
          </a:p>
          <a:p>
            <a:pPr hangingPunct="0">
              <a:spcBef>
                <a:spcPts val="563"/>
              </a:spcBef>
              <a:tabLst>
                <a:tab pos="0" algn="l"/>
                <a:tab pos="857305" algn="l"/>
                <a:tab pos="1714610" algn="l"/>
                <a:tab pos="2571915" algn="l"/>
                <a:tab pos="3429219" algn="l"/>
                <a:tab pos="4286524" algn="l"/>
                <a:tab pos="5143829" algn="l"/>
                <a:tab pos="6001134" algn="l"/>
                <a:tab pos="6858439" algn="l"/>
                <a:tab pos="7715744" algn="l"/>
                <a:tab pos="8573049" algn="l"/>
                <a:tab pos="9430354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U. S.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Gawai</a:t>
            </a:r>
            <a:endParaRPr lang="en-IN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0">
              <a:spcBef>
                <a:spcPts val="563"/>
              </a:spcBef>
              <a:tabLst>
                <a:tab pos="0" algn="l"/>
                <a:tab pos="857305" algn="l"/>
                <a:tab pos="1714610" algn="l"/>
                <a:tab pos="2571915" algn="l"/>
                <a:tab pos="3429219" algn="l"/>
                <a:tab pos="4286524" algn="l"/>
                <a:tab pos="5143829" algn="l"/>
                <a:tab pos="6001134" algn="l"/>
                <a:tab pos="6858439" algn="l"/>
                <a:tab pos="7715744" algn="l"/>
                <a:tab pos="8573049" algn="l"/>
                <a:tab pos="9430354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250" b="1" dirty="0">
              <a:solidFill>
                <a:srgbClr val="009999"/>
              </a:solidFill>
              <a:latin typeface="Arial" pitchFamily="34"/>
              <a:ea typeface="WenQuanYi Zen Hei Sharp" pitchFamily="2"/>
              <a:cs typeface="Lohit Devanagar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870333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864" y="430883"/>
            <a:ext cx="10515600" cy="679904"/>
          </a:xfrm>
        </p:spPr>
        <p:txBody>
          <a:bodyPr>
            <a:norm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60375" y="1249286"/>
            <a:ext cx="701856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</a:t>
            </a: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Calculations of Pneumatic Cylinder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(3D Model &amp; Simulation)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Fabricated Components and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Assembly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Fitting and Working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Pneumatic System Setup and Working Configuration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Limitations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of </a:t>
            </a: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Timeline of Work</a:t>
            </a:r>
          </a:p>
        </p:txBody>
      </p:sp>
      <p:sp>
        <p:nvSpPr>
          <p:cNvPr id="5" name="AutoShape 3" descr="Fiber CNC Laser Table Cutting Machine Using Air Compressor - 6kw Fiber Laser  Cutting Machine and 6kw Laser Cutting Machi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548" y="1876891"/>
            <a:ext cx="4603954" cy="299210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8308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888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319440"/>
            <a:ext cx="10515600" cy="4351338"/>
          </a:xfrm>
        </p:spPr>
        <p:txBody>
          <a:bodyPr>
            <a:noAutofit/>
          </a:bodyPr>
          <a:lstStyle/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“Pneumatic Scraper Blade for CNC Laser-Bed Cleaning”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to clean slag and dust automatically from CNC laser cutting beds.</a:t>
            </a: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industries, cleaning is mostly done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manually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and unsafe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workers.</a:t>
            </a: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uses a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pneumatic cylinder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move a scraper blade across the CNC bed for fast and uniform cleaning.</a:t>
            </a: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setup is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compact, portable, and low-cost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suitable for small and medium size workshops.</a:t>
            </a: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shows that the system achieves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cleaning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with smooth and reliable performance.</a:t>
            </a: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effort, saves time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CNC laser cutting operations.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021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8072" y="161069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Introduction</a:t>
            </a:r>
            <a:endParaRPr lang="en-IN" sz="36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 bwMode="auto">
          <a:xfrm>
            <a:off x="420278" y="1746243"/>
            <a:ext cx="682307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CNC laser cutting machines are widely used for accurate and high-quality cutting in    modern industries.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During cutting, slag, dust, and metal particles accumulate on the laser bed.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residues reduce cutting accuracy, surface finish, efficiency, and productivity.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cleaning is slow, labor-intensive, and sometimes unsafe for operators.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solve this, a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pneumatic scraper blade system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developed for automatic bed cleaning.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compressed air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operate a scraper blade.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349" y="1486632"/>
            <a:ext cx="4766372" cy="3787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8874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4590"/>
            <a:ext cx="10515600" cy="631909"/>
          </a:xfrm>
        </p:spPr>
        <p:txBody>
          <a:bodyPr>
            <a:normAutofit fontScale="90000"/>
          </a:bodyPr>
          <a:lstStyle/>
          <a:p>
            <a:r>
              <a:rPr lang="en-IN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26499"/>
            <a:ext cx="605990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During laser cutting operation at high temperature (1000</a:t>
            </a:r>
            <a:r>
              <a:rPr lang="en-US" sz="2200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-3000</a:t>
            </a:r>
            <a:r>
              <a:rPr lang="en-US" sz="2200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c) metal gets welded on edges of the bed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 cleaning is time-consuming</a:t>
            </a: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Unsafe</a:t>
            </a: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machine efficiency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ffects cutting accuracy and surface finish.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CNC laser cutting, slag and dust accumulate on the machine bed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4960" y="1072656"/>
            <a:ext cx="3968840" cy="454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656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18066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remove dross formation a pneumatic scraper blade system for CNC bed cleaning is designed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 the cleaning process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manual effort and downtime.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safe, reliable, and easy-to-operate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cleaning mechanism for CNC machines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cutting accuracy and surface finish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by removing slag and dust effectively.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pneumatic scraper blade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CNC laser-bed cleaning.</a:t>
            </a:r>
          </a:p>
          <a:p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788" y="1690688"/>
            <a:ext cx="4759405" cy="317293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0636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310021"/>
              </p:ext>
            </p:extLst>
          </p:nvPr>
        </p:nvGraphicFramePr>
        <p:xfrm>
          <a:off x="587828" y="1386914"/>
          <a:ext cx="11201400" cy="4122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4097306118"/>
                    </a:ext>
                  </a:extLst>
                </a:gridCol>
                <a:gridCol w="3562301">
                  <a:extLst>
                    <a:ext uri="{9D8B030D-6E8A-4147-A177-3AD203B41FA5}">
                      <a16:colId xmlns:a16="http://schemas.microsoft.com/office/drawing/2014/main" val="2620061919"/>
                    </a:ext>
                  </a:extLst>
                </a:gridCol>
                <a:gridCol w="2234341">
                  <a:extLst>
                    <a:ext uri="{9D8B030D-6E8A-4147-A177-3AD203B41FA5}">
                      <a16:colId xmlns:a16="http://schemas.microsoft.com/office/drawing/2014/main" val="1236959686"/>
                    </a:ext>
                  </a:extLst>
                </a:gridCol>
                <a:gridCol w="857994">
                  <a:extLst>
                    <a:ext uri="{9D8B030D-6E8A-4147-A177-3AD203B41FA5}">
                      <a16:colId xmlns:a16="http://schemas.microsoft.com/office/drawing/2014/main" val="273638541"/>
                    </a:ext>
                  </a:extLst>
                </a:gridCol>
                <a:gridCol w="3975264">
                  <a:extLst>
                    <a:ext uri="{9D8B030D-6E8A-4147-A177-3AD203B41FA5}">
                      <a16:colId xmlns:a16="http://schemas.microsoft.com/office/drawing/2014/main" val="337057569"/>
                    </a:ext>
                  </a:extLst>
                </a:gridCol>
              </a:tblGrid>
              <a:tr h="689204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 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Observation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403533"/>
                  </a:ext>
                </a:extLst>
              </a:tr>
              <a:tr h="102954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 of dross formation mechanisms in laser cutting processes and material removal techniques</a:t>
                      </a:r>
                      <a:endParaRPr lang="en-US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Wandera</a:t>
                      </a: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2010</a:t>
                      </a: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Dross forms when molten metal is not properly expelled due to incorrect cutting speed, laser power</a:t>
                      </a:r>
                      <a:r>
                        <a:rPr lang="en-US" sz="1600" i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motion.</a:t>
                      </a:r>
                      <a:r>
                        <a:rPr lang="en-US" sz="160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141433"/>
                  </a:ext>
                </a:extLst>
              </a:tr>
              <a:tr h="120204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pneumatic cleaning and aspiration system using vortex dust collectors</a:t>
                      </a: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Zhou et al.</a:t>
                      </a: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</a:t>
                      </a:r>
                      <a:r>
                        <a:rPr lang="en-US" sz="1600" i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worked on cleaning technologies and explained that uniform and controlled motion improves cleaning quality</a:t>
                      </a: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569456"/>
                  </a:ext>
                </a:extLst>
              </a:tr>
              <a:tr h="120204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on the Influence of Laser Cleaning Parameters on the Removal Effectiveness of Al Metal Layers from Ceramic Substrate Surfaces</a:t>
                      </a: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 et al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studies how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preassure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levels affects cleaning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efffeciency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industrial applications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26348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7828" y="285103"/>
            <a:ext cx="39053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sz="32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34835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867260"/>
              </p:ext>
            </p:extLst>
          </p:nvPr>
        </p:nvGraphicFramePr>
        <p:xfrm>
          <a:off x="849085" y="1387928"/>
          <a:ext cx="10809514" cy="33824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245">
                  <a:extLst>
                    <a:ext uri="{9D8B030D-6E8A-4147-A177-3AD203B41FA5}">
                      <a16:colId xmlns:a16="http://schemas.microsoft.com/office/drawing/2014/main" val="1625560767"/>
                    </a:ext>
                  </a:extLst>
                </a:gridCol>
                <a:gridCol w="3184627">
                  <a:extLst>
                    <a:ext uri="{9D8B030D-6E8A-4147-A177-3AD203B41FA5}">
                      <a16:colId xmlns:a16="http://schemas.microsoft.com/office/drawing/2014/main" val="3346218115"/>
                    </a:ext>
                  </a:extLst>
                </a:gridCol>
                <a:gridCol w="2024743">
                  <a:extLst>
                    <a:ext uri="{9D8B030D-6E8A-4147-A177-3AD203B41FA5}">
                      <a16:colId xmlns:a16="http://schemas.microsoft.com/office/drawing/2014/main" val="75009568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756600113"/>
                    </a:ext>
                  </a:extLst>
                </a:gridCol>
                <a:gridCol w="3804556">
                  <a:extLst>
                    <a:ext uri="{9D8B030D-6E8A-4147-A177-3AD203B41FA5}">
                      <a16:colId xmlns:a16="http://schemas.microsoft.com/office/drawing/2014/main" val="4185300890"/>
                    </a:ext>
                  </a:extLst>
                </a:gridCol>
              </a:tblGrid>
              <a:tr h="120699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Pneumatic Cleaning and Aspiration System Using Vortex Dust Collectors</a:t>
                      </a: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i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Azarov</a:t>
                      </a:r>
                      <a:r>
                        <a:rPr lang="en-US" sz="16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 studied the control and energy efficiency of pneumatic systems used in industrial applications.</a:t>
                      </a: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831342"/>
                  </a:ext>
                </a:extLst>
              </a:tr>
              <a:tr h="1194486"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Energy Efficiency of Pneumatic Actuating Systems with Pressure-Based Air Supply Cut-Off</a:t>
                      </a:r>
                      <a:endParaRPr lang="en-IN" sz="16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i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Boyko</a:t>
                      </a:r>
                      <a:r>
                        <a:rPr lang="en-IN" sz="16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Weber</a:t>
                      </a:r>
                      <a:endParaRPr lang="en-IN" sz="16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6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en-US" sz="1600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proved that</a:t>
                      </a:r>
                      <a:r>
                        <a:rPr lang="en-US" sz="1600" b="0" i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even a small bore cylinder can deliver high thrust with low air consumption</a:t>
                      </a:r>
                      <a:endParaRPr lang="en-US" sz="16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1819062"/>
                  </a:ext>
                </a:extLst>
              </a:tr>
              <a:tr h="980936"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of Automated Chain Drive Slag Handling &amp; Removal Machine for CNC Gas Cutting Process </a:t>
                      </a: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i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Easwaramoorthi</a:t>
                      </a:r>
                      <a:r>
                        <a:rPr lang="en-IN" sz="16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</a:t>
                      </a: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chain-driven automated system to remove slag from CNC beds, reducing manual cleaning effort.</a:t>
                      </a: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94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45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2561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Literature Review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8457" y="1102399"/>
            <a:ext cx="10635343" cy="5257800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Azarov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(2019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proved pneumatics are reliable for automation, so we selected a pneumatic cylinder instead of a mechanical drive.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Boyko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(2024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showed small pneumatic cylinders give high force with low air use, so we chose a compact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 bore cylinder.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Li et al. (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2025)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Their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recommended optimal pressure control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(1.0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MPa), so we used the same pressure range for safe cleaning.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Zhou et al. (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2023)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explained that uniform straight motion gives better cleaning, so we used a linear stroke pneumatic scraper.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Easwaramoorthi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Ramesh (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2017)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Their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slag removal system faced wear and vibration, so we improved this by using a smoother pneumatic system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976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selection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6493625" cy="444217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Usually when it comes to cutting tools, material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HSS ( High Speed Steel)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recommended by industry standards and reference books use HSS as cutting tools in most cases.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Upon conducting research and on-ground report with industry workers and operators, we chose the material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En-31 black grade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 our project.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3072" y="1363288"/>
            <a:ext cx="3940233" cy="394023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05363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57933" cy="4307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Calculations of Pneumatic Cylinder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Ø32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50 mm)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1400"/>
            <a:ext cx="8178800" cy="5417273"/>
          </a:xfrm>
        </p:spPr>
        <p:txBody>
          <a:bodyPr>
            <a:normAutofit lnSpcReduction="10000"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Piston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A=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/4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A=3.1416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×(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0.032)</a:t>
            </a:r>
            <a:r>
              <a:rPr lang="en-IN" sz="1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/4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A=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0.0008043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1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Theoretical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Force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F=P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Stroke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Volume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V= A×S = 0.0008043×0.05 = 0.00004022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1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=0.04022L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 smtClean="0"/>
          </a:p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4.Probably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borderline </a:t>
            </a:r>
            <a:r>
              <a:rPr lang="en-US" sz="1600" dirty="0"/>
              <a:t>—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804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sufficient while we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concentrate that force on a narrow, hardened scraper and use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oscillation.</a:t>
            </a: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815650"/>
              </p:ext>
            </p:extLst>
          </p:nvPr>
        </p:nvGraphicFramePr>
        <p:xfrm>
          <a:off x="2361235" y="2740400"/>
          <a:ext cx="5392600" cy="11643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7059">
                  <a:extLst>
                    <a:ext uri="{9D8B030D-6E8A-4147-A177-3AD203B41FA5}">
                      <a16:colId xmlns:a16="http://schemas.microsoft.com/office/drawing/2014/main" val="1306475699"/>
                    </a:ext>
                  </a:extLst>
                </a:gridCol>
                <a:gridCol w="1808008">
                  <a:extLst>
                    <a:ext uri="{9D8B030D-6E8A-4147-A177-3AD203B41FA5}">
                      <a16:colId xmlns:a16="http://schemas.microsoft.com/office/drawing/2014/main" val="2696462137"/>
                    </a:ext>
                  </a:extLst>
                </a:gridCol>
                <a:gridCol w="1797533">
                  <a:extLst>
                    <a:ext uri="{9D8B030D-6E8A-4147-A177-3AD203B41FA5}">
                      <a16:colId xmlns:a16="http://schemas.microsoft.com/office/drawing/2014/main" val="3123852812"/>
                    </a:ext>
                  </a:extLst>
                </a:gridCol>
              </a:tblGrid>
              <a:tr h="388112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Pressure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Calculation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263218"/>
                  </a:ext>
                </a:extLst>
              </a:tr>
              <a:tr h="38811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0.7MPa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×10</a:t>
                      </a:r>
                      <a:r>
                        <a:rPr lang="en-IN" sz="1400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IN" sz="1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 0.0008043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563N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155023"/>
                  </a:ext>
                </a:extLst>
              </a:tr>
              <a:tr h="38811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1.0MPa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×10</a:t>
                      </a:r>
                      <a:r>
                        <a:rPr lang="en-IN" sz="1400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 0.0008043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804N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36907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744061"/>
              </p:ext>
            </p:extLst>
          </p:nvPr>
        </p:nvGraphicFramePr>
        <p:xfrm>
          <a:off x="2611395" y="4689336"/>
          <a:ext cx="503863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9319">
                  <a:extLst>
                    <a:ext uri="{9D8B030D-6E8A-4147-A177-3AD203B41FA5}">
                      <a16:colId xmlns:a16="http://schemas.microsoft.com/office/drawing/2014/main" val="1734522264"/>
                    </a:ext>
                  </a:extLst>
                </a:gridCol>
                <a:gridCol w="2519319">
                  <a:extLst>
                    <a:ext uri="{9D8B030D-6E8A-4147-A177-3AD203B41FA5}">
                      <a16:colId xmlns:a16="http://schemas.microsoft.com/office/drawing/2014/main" val="409569011"/>
                    </a:ext>
                  </a:extLst>
                </a:gridCol>
              </a:tblGrid>
              <a:tr h="207323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6140947"/>
                  </a:ext>
                </a:extLst>
              </a:tr>
              <a:tr h="207323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Air Volume per Stroke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0.04022L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845550"/>
                  </a:ext>
                </a:extLst>
              </a:tr>
              <a:tr h="20732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Practical Air Use per Stroke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 – 0.05 L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536158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4544" y="2611689"/>
            <a:ext cx="2993654" cy="299365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45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46" t="22264" r="1009" b="7308"/>
          <a:stretch/>
        </p:blipFill>
        <p:spPr>
          <a:xfrm>
            <a:off x="6852420" y="524430"/>
            <a:ext cx="4898271" cy="26349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3" t="21985" r="3752" b="4769"/>
          <a:stretch/>
        </p:blipFill>
        <p:spPr>
          <a:xfrm>
            <a:off x="424864" y="490768"/>
            <a:ext cx="4991530" cy="26686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3" t="14589" r="12750" b="14538"/>
          <a:stretch/>
        </p:blipFill>
        <p:spPr>
          <a:xfrm>
            <a:off x="6852420" y="3749880"/>
            <a:ext cx="4900081" cy="25654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21" t="23947" r="25083" b="7996"/>
          <a:stretch/>
        </p:blipFill>
        <p:spPr>
          <a:xfrm>
            <a:off x="1038443" y="3159400"/>
            <a:ext cx="5200398" cy="3633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104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64" t="22399" r="19630" b="18062"/>
          <a:stretch/>
        </p:blipFill>
        <p:spPr>
          <a:xfrm>
            <a:off x="7288445" y="807686"/>
            <a:ext cx="4286907" cy="2380735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85" t="24118" r="14552" b="3874"/>
          <a:stretch/>
        </p:blipFill>
        <p:spPr>
          <a:xfrm>
            <a:off x="705054" y="707987"/>
            <a:ext cx="3431206" cy="240184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4363" y="3109833"/>
            <a:ext cx="6669602" cy="30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215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9318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Model of Prototype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53" b="22322"/>
          <a:stretch/>
        </p:blipFill>
        <p:spPr>
          <a:xfrm>
            <a:off x="6319777" y="2966534"/>
            <a:ext cx="4802529" cy="277710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14" y="1280967"/>
            <a:ext cx="5401817" cy="33711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25206" y="4652100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3D Model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17562" y="6030410"/>
            <a:ext cx="3479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Cardboard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njection Prototype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269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flipH="1">
            <a:off x="741406" y="306364"/>
            <a:ext cx="6000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Drawing 2D :- Scraper Blade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01" t="16309" r="16134" b="-322"/>
          <a:stretch/>
        </p:blipFill>
        <p:spPr>
          <a:xfrm>
            <a:off x="741406" y="1179462"/>
            <a:ext cx="6433751" cy="475323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7" t="27081" r="35873" b="18027"/>
          <a:stretch/>
        </p:blipFill>
        <p:spPr>
          <a:xfrm>
            <a:off x="7175157" y="2003245"/>
            <a:ext cx="4423719" cy="310566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3391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37" t="14938" r="16125" b="510"/>
          <a:stretch/>
        </p:blipFill>
        <p:spPr>
          <a:xfrm>
            <a:off x="578913" y="1369464"/>
            <a:ext cx="6582033" cy="48026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 flipH="1">
            <a:off x="578913" y="342652"/>
            <a:ext cx="6000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Drawing 2D :- Base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0" t="24754" r="15305" b="7122"/>
          <a:stretch/>
        </p:blipFill>
        <p:spPr>
          <a:xfrm>
            <a:off x="6917722" y="2146428"/>
            <a:ext cx="4624323" cy="324873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6927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 flipH="1">
            <a:off x="481224" y="660842"/>
            <a:ext cx="5343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2922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CAD Model of Assembly</a:t>
            </a:r>
            <a:r>
              <a:rPr lang="en-US" sz="3200" b="1" kern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lang="en-IN" sz="3200" b="1" kern="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84" t="32514" r="34817" b="17467"/>
          <a:stretch/>
        </p:blipFill>
        <p:spPr>
          <a:xfrm>
            <a:off x="481224" y="2013994"/>
            <a:ext cx="4768770" cy="277792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97" t="26186" r="26352" b="12441"/>
          <a:stretch/>
        </p:blipFill>
        <p:spPr>
          <a:xfrm>
            <a:off x="5824607" y="1961908"/>
            <a:ext cx="4620958" cy="288209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/>
          <p:cNvSpPr txBox="1"/>
          <p:nvPr/>
        </p:nvSpPr>
        <p:spPr>
          <a:xfrm>
            <a:off x="1327720" y="5161179"/>
            <a:ext cx="30757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Sectional Assembly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04402" y="5207345"/>
            <a:ext cx="48613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Isometric Assembly View 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3488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68" r="5956"/>
          <a:stretch/>
        </p:blipFill>
        <p:spPr>
          <a:xfrm>
            <a:off x="999460" y="1588273"/>
            <a:ext cx="2795597" cy="399141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" t="3004" r="2638" b="18571"/>
          <a:stretch/>
        </p:blipFill>
        <p:spPr>
          <a:xfrm>
            <a:off x="4780552" y="1513986"/>
            <a:ext cx="2835849" cy="40904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536342" y="544010"/>
            <a:ext cx="73867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Fabricated Components and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:-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7555" y="5872700"/>
            <a:ext cx="26794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3331" y="5872700"/>
            <a:ext cx="26794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Welded Assembly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2" r="13270"/>
          <a:stretch/>
        </p:blipFill>
        <p:spPr>
          <a:xfrm>
            <a:off x="8601896" y="1563510"/>
            <a:ext cx="2835849" cy="404093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8909107" y="5960731"/>
            <a:ext cx="2743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Painted Assembly</a:t>
            </a:r>
          </a:p>
        </p:txBody>
      </p:sp>
    </p:spTree>
    <p:extLst>
      <p:ext uri="{BB962C8B-B14F-4D97-AF65-F5344CB8AC3E}">
        <p14:creationId xmlns:p14="http://schemas.microsoft.com/office/powerpoint/2010/main" val="4146870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9814" y="534086"/>
            <a:ext cx="59286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Fitting and Working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96" y="1118861"/>
            <a:ext cx="4572000" cy="500185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3064" y="1118861"/>
            <a:ext cx="1421076" cy="31565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7506" y="2041498"/>
            <a:ext cx="1421076" cy="31565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352" y="2964137"/>
            <a:ext cx="1421076" cy="3156577"/>
          </a:xfrm>
          <a:prstGeom prst="rect">
            <a:avLst/>
          </a:prstGeom>
        </p:spPr>
      </p:pic>
      <p:sp>
        <p:nvSpPr>
          <p:cNvPr id="13" name="Right Arrow 12"/>
          <p:cNvSpPr/>
          <p:nvPr/>
        </p:nvSpPr>
        <p:spPr>
          <a:xfrm flipH="1">
            <a:off x="7270043" y="1118860"/>
            <a:ext cx="3645786" cy="6275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7480208" y="1236304"/>
            <a:ext cx="3435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Double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cting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neumatic Cylinder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ight Arrow 13"/>
          <p:cNvSpPr/>
          <p:nvPr/>
        </p:nvSpPr>
        <p:spPr>
          <a:xfrm flipH="1">
            <a:off x="8953246" y="2154452"/>
            <a:ext cx="2624469" cy="668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262017" y="2295237"/>
            <a:ext cx="2315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12V DC Power Supply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5654180" y="5493152"/>
            <a:ext cx="3397541" cy="6275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5/2 Way Solenoid </a:t>
            </a:r>
            <a:r>
              <a:rPr lang="en-US" dirty="0" err="1" smtClean="0">
                <a:solidFill>
                  <a:schemeClr val="tx1"/>
                </a:solidFill>
              </a:rPr>
              <a:t>Operted</a:t>
            </a:r>
            <a:r>
              <a:rPr lang="en-US" dirty="0" smtClean="0">
                <a:solidFill>
                  <a:schemeClr val="tx1"/>
                </a:solidFill>
              </a:rPr>
              <a:t> valve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56180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31" t="15138" r="19679" b="-3068"/>
          <a:stretch/>
        </p:blipFill>
        <p:spPr>
          <a:xfrm>
            <a:off x="902826" y="1388961"/>
            <a:ext cx="5023412" cy="416688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648182" y="462987"/>
            <a:ext cx="95065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Pneumatic System Setup and Working Configuration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96628" y="1805651"/>
            <a:ext cx="577576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Pneumatic cylinder with solenoid valve control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supplied through compressor and pipes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motion achieved using compressed air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switch used for operation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0568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46567" y="1360109"/>
            <a:ext cx="61815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to install on existing CNC machines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Compact and portable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Potential to improve machining accuracy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consistent cleaning mechanism (expected)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and low-cost design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446567" y="606057"/>
            <a:ext cx="5047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46567" y="4160875"/>
            <a:ext cx="8598572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is semi-automatic and requires manual control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Blade may wear over time due to continuous scraping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 alignment is required for effective cleaning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is specific to current setup and needs modification for larger beds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567" y="3529933"/>
            <a:ext cx="20762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043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396" y="528506"/>
            <a:ext cx="69090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Finite Element Analysis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(FEA) Results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16" t="22241" r="250"/>
          <a:stretch/>
        </p:blipFill>
        <p:spPr>
          <a:xfrm>
            <a:off x="612396" y="1113281"/>
            <a:ext cx="5351799" cy="37979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66" t="22445" r="108" b="-194"/>
          <a:stretch/>
        </p:blipFill>
        <p:spPr>
          <a:xfrm>
            <a:off x="6104238" y="2908299"/>
            <a:ext cx="5329880" cy="3286554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 flipH="1">
            <a:off x="6276606" y="1664043"/>
            <a:ext cx="3682940" cy="7249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Stress is 9.4 MPa</a:t>
            </a:r>
            <a:endParaRPr lang="en-IN" dirty="0"/>
          </a:p>
        </p:txBody>
      </p:sp>
      <p:sp>
        <p:nvSpPr>
          <p:cNvPr id="6" name="Right Arrow 5"/>
          <p:cNvSpPr/>
          <p:nvPr/>
        </p:nvSpPr>
        <p:spPr>
          <a:xfrm>
            <a:off x="2067696" y="5306535"/>
            <a:ext cx="3599935" cy="6988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Stress is 10.5 MPa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3899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396" y="528506"/>
            <a:ext cx="100595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Element Analysis (FEA)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Scraper Blade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11" t="27267" r="131" b="853"/>
          <a:stretch/>
        </p:blipFill>
        <p:spPr>
          <a:xfrm>
            <a:off x="2508867" y="1449858"/>
            <a:ext cx="5211755" cy="35999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51436" y="5385198"/>
            <a:ext cx="4726615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Factor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Safety (FOS)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is safe with acceptable Factor of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Safety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working conditions.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8135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0397"/>
          </a:xfrm>
        </p:spPr>
        <p:txBody>
          <a:bodyPr>
            <a:normAutofit fontScale="90000"/>
          </a:bodyPr>
          <a:lstStyle/>
          <a:p>
            <a:r>
              <a:rPr lang="en-I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 of Project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8200" y="5845857"/>
            <a:ext cx="4527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Cost =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7000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619" y="1174405"/>
            <a:ext cx="6511901" cy="440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9224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610" y="162286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of work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079176204"/>
              </p:ext>
            </p:extLst>
          </p:nvPr>
        </p:nvGraphicFramePr>
        <p:xfrm>
          <a:off x="329610" y="1297172"/>
          <a:ext cx="11717078" cy="5199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67303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7627" y="2830641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6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IN" sz="6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285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1874</TotalTime>
  <Words>1153</Words>
  <Application>Microsoft Office PowerPoint</Application>
  <PresentationFormat>Widescreen</PresentationFormat>
  <Paragraphs>195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Calibri Light</vt:lpstr>
      <vt:lpstr>Lohit Devanagari</vt:lpstr>
      <vt:lpstr>Tahoma</vt:lpstr>
      <vt:lpstr>Times New Roman</vt:lpstr>
      <vt:lpstr>WenQuanYi Zen Hei Sharp</vt:lpstr>
      <vt:lpstr>Office Theme</vt:lpstr>
      <vt:lpstr>PowerPoint Presentation</vt:lpstr>
      <vt:lpstr>CONTENTS</vt:lpstr>
      <vt:lpstr>ABSTRACT</vt:lpstr>
      <vt:lpstr>Introduction</vt:lpstr>
      <vt:lpstr>Problem Statement  </vt:lpstr>
      <vt:lpstr>Objective</vt:lpstr>
      <vt:lpstr>PowerPoint Presentation</vt:lpstr>
      <vt:lpstr>PowerPoint Presentation</vt:lpstr>
      <vt:lpstr>Application of Literature Review</vt:lpstr>
      <vt:lpstr>Material selection</vt:lpstr>
      <vt:lpstr>Design Calculations of Pneumatic Cylinder (Ø32 × 50 mm)</vt:lpstr>
      <vt:lpstr>PowerPoint Presentation</vt:lpstr>
      <vt:lpstr>PowerPoint Presentation</vt:lpstr>
      <vt:lpstr>3D Model of Prototype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Cost of Project </vt:lpstr>
      <vt:lpstr>Timeline of work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75</cp:revision>
  <dcterms:created xsi:type="dcterms:W3CDTF">2025-11-13T11:36:56Z</dcterms:created>
  <dcterms:modified xsi:type="dcterms:W3CDTF">2026-07-25T12:55:25Z</dcterms:modified>
</cp:coreProperties>
</file>