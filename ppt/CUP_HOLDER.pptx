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9" r:id="rId6"/>
    <p:sldId id="267" r:id="rId7"/>
    <p:sldId id="266" r:id="rId8"/>
    <p:sldId id="265" r:id="rId9"/>
    <p:sldId id="262" r:id="rId10"/>
    <p:sldId id="277" r:id="rId11"/>
    <p:sldId id="276" r:id="rId12"/>
    <p:sldId id="275" r:id="rId13"/>
    <p:sldId id="274" r:id="rId14"/>
    <p:sldId id="273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6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9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68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84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61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82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70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36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63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7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0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98EAA-F37C-4331-AC8E-43353BCFCFF6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1361D-C47F-4DF6-8583-4774CB0CF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02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CUP HOLDER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35" y="1997236"/>
            <a:ext cx="4170033" cy="41138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12" y="2495857"/>
            <a:ext cx="3489433" cy="31165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 prst="hardEdge"/>
            <a:contourClr>
              <a:srgbClr val="333333"/>
            </a:contourClr>
          </a:sp3d>
        </p:spPr>
      </p:pic>
      <p:sp>
        <p:nvSpPr>
          <p:cNvPr id="3" name="Oval 2"/>
          <p:cNvSpPr/>
          <p:nvPr/>
        </p:nvSpPr>
        <p:spPr>
          <a:xfrm>
            <a:off x="1351005" y="3656193"/>
            <a:ext cx="2702011" cy="245487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/>
          <p:cNvCxnSpPr>
            <a:stCxn id="3" idx="4"/>
            <a:endCxn id="6" idx="4"/>
          </p:cNvCxnSpPr>
          <p:nvPr/>
        </p:nvCxnSpPr>
        <p:spPr>
          <a:xfrm flipV="1">
            <a:off x="2702011" y="5612447"/>
            <a:ext cx="5781818" cy="4986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0"/>
          </p:cNvCxnSpPr>
          <p:nvPr/>
        </p:nvCxnSpPr>
        <p:spPr>
          <a:xfrm flipV="1">
            <a:off x="2702011" y="2495857"/>
            <a:ext cx="5255215" cy="1160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32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402" y="365125"/>
            <a:ext cx="3423785" cy="30182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955" y="372783"/>
            <a:ext cx="2912090" cy="30105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617" y="326778"/>
            <a:ext cx="3577281" cy="3048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02" y="3762274"/>
            <a:ext cx="2682345" cy="2705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187" y="3872847"/>
            <a:ext cx="3213130" cy="2594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2179" y="3592062"/>
            <a:ext cx="3280719" cy="287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23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1511" y="1825625"/>
            <a:ext cx="43689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7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570" y="2229717"/>
            <a:ext cx="3397176" cy="32858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250" y="2248487"/>
            <a:ext cx="3589507" cy="32670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262" y="2248487"/>
            <a:ext cx="4102748" cy="326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4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33" y="580839"/>
            <a:ext cx="6913463" cy="54320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670" y="3471371"/>
            <a:ext cx="4416399" cy="29535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0" y="296773"/>
            <a:ext cx="3284803" cy="253704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Oval 5"/>
          <p:cNvSpPr/>
          <p:nvPr/>
        </p:nvSpPr>
        <p:spPr>
          <a:xfrm>
            <a:off x="2819883" y="3296842"/>
            <a:ext cx="1761846" cy="13736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4067070" y="1690688"/>
            <a:ext cx="1370795" cy="99440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 rot="550185">
            <a:off x="4760999" y="4193326"/>
            <a:ext cx="2546372" cy="3112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 rot="11749686">
            <a:off x="2743331" y="1709281"/>
            <a:ext cx="1483491" cy="3748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9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854" y="3116605"/>
            <a:ext cx="4107883" cy="34567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42" y="1984875"/>
            <a:ext cx="3502882" cy="32214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09" y="694199"/>
            <a:ext cx="3117203" cy="305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3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36" y="1492980"/>
            <a:ext cx="4843848" cy="37493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16" y="254507"/>
            <a:ext cx="2963992" cy="32327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044" y="1690688"/>
            <a:ext cx="3459081" cy="33343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717" y="3638755"/>
            <a:ext cx="2963992" cy="271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2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184" y="2496156"/>
            <a:ext cx="3873842" cy="2771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4" y="2549292"/>
            <a:ext cx="4264544" cy="27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4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4291628" cy="34795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043" y="365125"/>
            <a:ext cx="3760309" cy="31432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55" y="3860536"/>
            <a:ext cx="3974640" cy="25720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824" y="3860536"/>
            <a:ext cx="2787453" cy="25681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206" y="3860536"/>
            <a:ext cx="2508146" cy="256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1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566" y="3422508"/>
            <a:ext cx="4644204" cy="2962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3" y="3599234"/>
            <a:ext cx="4261473" cy="27861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41" y="401027"/>
            <a:ext cx="1933723" cy="2728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566" y="401027"/>
            <a:ext cx="1734435" cy="2727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3" y="401027"/>
            <a:ext cx="2818295" cy="27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8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438" y="3938132"/>
            <a:ext cx="3355095" cy="23653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154" y="3878850"/>
            <a:ext cx="3592131" cy="24171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45" y="3886388"/>
            <a:ext cx="4149689" cy="2402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590" y="376990"/>
            <a:ext cx="5228943" cy="31415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45" y="376990"/>
            <a:ext cx="4445556" cy="288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6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936" y="3977862"/>
            <a:ext cx="3884833" cy="24065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91" y="3977862"/>
            <a:ext cx="4143148" cy="23717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202" y="299577"/>
            <a:ext cx="6373662" cy="3562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91" y="299577"/>
            <a:ext cx="3040412" cy="356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1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537" y="3433864"/>
            <a:ext cx="3676745" cy="30399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88" y="3433864"/>
            <a:ext cx="4974926" cy="3039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768" y="582607"/>
            <a:ext cx="3191514" cy="22809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713" y="574128"/>
            <a:ext cx="3121128" cy="22979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88" y="582855"/>
            <a:ext cx="4349099" cy="229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2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53" y="462090"/>
            <a:ext cx="4782255" cy="28829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354" y="462090"/>
            <a:ext cx="5136156" cy="28829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839" y="3542172"/>
            <a:ext cx="4933042" cy="301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6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469" y="3161782"/>
            <a:ext cx="4728909" cy="32457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527" y="3607981"/>
            <a:ext cx="2876846" cy="27995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1779" t="5690"/>
          <a:stretch/>
        </p:blipFill>
        <p:spPr>
          <a:xfrm>
            <a:off x="413737" y="3161046"/>
            <a:ext cx="3535694" cy="3246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507" y="207666"/>
            <a:ext cx="5166885" cy="277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02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946" y="826269"/>
            <a:ext cx="5921948" cy="49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6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2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CUP HOLDER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</cp:revision>
  <dcterms:created xsi:type="dcterms:W3CDTF">2026-07-16T10:33:02Z</dcterms:created>
  <dcterms:modified xsi:type="dcterms:W3CDTF">2026-08-02T09:28:49Z</dcterms:modified>
</cp:coreProperties>
</file>