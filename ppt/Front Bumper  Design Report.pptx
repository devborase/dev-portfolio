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7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78044" y="714248"/>
            <a:ext cx="18148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Front</a:t>
            </a:r>
            <a:r>
              <a:rPr sz="2500" b="0" spc="-35" dirty="0">
                <a:latin typeface="Times New Roman"/>
                <a:cs typeface="Times New Roman"/>
              </a:rPr>
              <a:t> </a:t>
            </a:r>
            <a:r>
              <a:rPr sz="2500" b="0" spc="-10" dirty="0">
                <a:latin typeface="Times New Roman"/>
                <a:cs typeface="Times New Roman"/>
              </a:rPr>
              <a:t>Bumper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8252" y="1434591"/>
            <a:ext cx="7679563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7710" cy="19697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bumper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process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involves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9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10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0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10" dirty="0">
                <a:latin typeface="Times New Roman"/>
                <a:cs typeface="Times New Roman"/>
              </a:rPr>
              <a:t>  </a:t>
            </a:r>
            <a:r>
              <a:rPr sz="1500" spc="-10" dirty="0">
                <a:latin typeface="Times New Roman"/>
                <a:cs typeface="Times New Roman"/>
              </a:rPr>
              <a:t>validate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2654807"/>
            <a:ext cx="5016881" cy="367284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79998" y="2654807"/>
            <a:ext cx="6462395" cy="3672840"/>
            <a:chOff x="5579998" y="2654807"/>
            <a:chExt cx="6462395" cy="36728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2654807"/>
              <a:ext cx="6462268" cy="36728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342631" y="4101083"/>
              <a:ext cx="2670175" cy="2144395"/>
            </a:xfrm>
            <a:custGeom>
              <a:avLst/>
              <a:gdLst/>
              <a:ahLst/>
              <a:cxnLst/>
              <a:rect l="l" t="t" r="r" b="b"/>
              <a:pathLst>
                <a:path w="2670175" h="2144395">
                  <a:moveTo>
                    <a:pt x="2103120" y="1092708"/>
                  </a:moveTo>
                  <a:lnTo>
                    <a:pt x="2107685" y="1049969"/>
                  </a:lnTo>
                  <a:lnTo>
                    <a:pt x="2120849" y="1009745"/>
                  </a:lnTo>
                  <a:lnTo>
                    <a:pt x="2141812" y="972707"/>
                  </a:lnTo>
                  <a:lnTo>
                    <a:pt x="2169774" y="939526"/>
                  </a:lnTo>
                  <a:lnTo>
                    <a:pt x="2203936" y="910873"/>
                  </a:lnTo>
                  <a:lnTo>
                    <a:pt x="2243497" y="887419"/>
                  </a:lnTo>
                  <a:lnTo>
                    <a:pt x="2287658" y="869836"/>
                  </a:lnTo>
                  <a:lnTo>
                    <a:pt x="2335620" y="858793"/>
                  </a:lnTo>
                  <a:lnTo>
                    <a:pt x="2386584" y="854964"/>
                  </a:lnTo>
                  <a:lnTo>
                    <a:pt x="2437547" y="858793"/>
                  </a:lnTo>
                  <a:lnTo>
                    <a:pt x="2485509" y="869836"/>
                  </a:lnTo>
                  <a:lnTo>
                    <a:pt x="2529670" y="887419"/>
                  </a:lnTo>
                  <a:lnTo>
                    <a:pt x="2569231" y="910873"/>
                  </a:lnTo>
                  <a:lnTo>
                    <a:pt x="2603393" y="939526"/>
                  </a:lnTo>
                  <a:lnTo>
                    <a:pt x="2631355" y="972707"/>
                  </a:lnTo>
                  <a:lnTo>
                    <a:pt x="2652318" y="1009745"/>
                  </a:lnTo>
                  <a:lnTo>
                    <a:pt x="2665482" y="1049969"/>
                  </a:lnTo>
                  <a:lnTo>
                    <a:pt x="2670048" y="1092708"/>
                  </a:lnTo>
                  <a:lnTo>
                    <a:pt x="2665482" y="1135446"/>
                  </a:lnTo>
                  <a:lnTo>
                    <a:pt x="2652318" y="1175670"/>
                  </a:lnTo>
                  <a:lnTo>
                    <a:pt x="2631355" y="1212708"/>
                  </a:lnTo>
                  <a:lnTo>
                    <a:pt x="2603393" y="1245889"/>
                  </a:lnTo>
                  <a:lnTo>
                    <a:pt x="2569231" y="1274542"/>
                  </a:lnTo>
                  <a:lnTo>
                    <a:pt x="2529670" y="1297996"/>
                  </a:lnTo>
                  <a:lnTo>
                    <a:pt x="2485509" y="1315579"/>
                  </a:lnTo>
                  <a:lnTo>
                    <a:pt x="2437547" y="1326622"/>
                  </a:lnTo>
                  <a:lnTo>
                    <a:pt x="2386584" y="1330452"/>
                  </a:lnTo>
                  <a:lnTo>
                    <a:pt x="2335620" y="1326622"/>
                  </a:lnTo>
                  <a:lnTo>
                    <a:pt x="2287658" y="1315579"/>
                  </a:lnTo>
                  <a:lnTo>
                    <a:pt x="2243497" y="1297996"/>
                  </a:lnTo>
                  <a:lnTo>
                    <a:pt x="2203936" y="1274542"/>
                  </a:lnTo>
                  <a:lnTo>
                    <a:pt x="2169774" y="1245889"/>
                  </a:lnTo>
                  <a:lnTo>
                    <a:pt x="2141812" y="1212708"/>
                  </a:lnTo>
                  <a:lnTo>
                    <a:pt x="2120849" y="1175670"/>
                  </a:lnTo>
                  <a:lnTo>
                    <a:pt x="2107685" y="1135446"/>
                  </a:lnTo>
                  <a:lnTo>
                    <a:pt x="2103120" y="1092708"/>
                  </a:lnTo>
                  <a:close/>
                </a:path>
                <a:path w="2670175" h="2144395">
                  <a:moveTo>
                    <a:pt x="1819656" y="1906524"/>
                  </a:moveTo>
                  <a:lnTo>
                    <a:pt x="1824221" y="1863788"/>
                  </a:lnTo>
                  <a:lnTo>
                    <a:pt x="1837385" y="1823566"/>
                  </a:lnTo>
                  <a:lnTo>
                    <a:pt x="1858348" y="1786528"/>
                  </a:lnTo>
                  <a:lnTo>
                    <a:pt x="1886310" y="1753347"/>
                  </a:lnTo>
                  <a:lnTo>
                    <a:pt x="1920472" y="1724693"/>
                  </a:lnTo>
                  <a:lnTo>
                    <a:pt x="1960033" y="1701238"/>
                  </a:lnTo>
                  <a:lnTo>
                    <a:pt x="2004194" y="1683653"/>
                  </a:lnTo>
                  <a:lnTo>
                    <a:pt x="2052156" y="1672610"/>
                  </a:lnTo>
                  <a:lnTo>
                    <a:pt x="2103120" y="1668780"/>
                  </a:lnTo>
                  <a:lnTo>
                    <a:pt x="2154083" y="1672610"/>
                  </a:lnTo>
                  <a:lnTo>
                    <a:pt x="2202045" y="1683653"/>
                  </a:lnTo>
                  <a:lnTo>
                    <a:pt x="2246206" y="1701238"/>
                  </a:lnTo>
                  <a:lnTo>
                    <a:pt x="2285767" y="1724693"/>
                  </a:lnTo>
                  <a:lnTo>
                    <a:pt x="2319929" y="1753347"/>
                  </a:lnTo>
                  <a:lnTo>
                    <a:pt x="2347891" y="1786528"/>
                  </a:lnTo>
                  <a:lnTo>
                    <a:pt x="2368854" y="1823566"/>
                  </a:lnTo>
                  <a:lnTo>
                    <a:pt x="2382018" y="1863788"/>
                  </a:lnTo>
                  <a:lnTo>
                    <a:pt x="2386584" y="1906524"/>
                  </a:lnTo>
                  <a:lnTo>
                    <a:pt x="2382018" y="1949259"/>
                  </a:lnTo>
                  <a:lnTo>
                    <a:pt x="2368854" y="1989481"/>
                  </a:lnTo>
                  <a:lnTo>
                    <a:pt x="2347891" y="2026519"/>
                  </a:lnTo>
                  <a:lnTo>
                    <a:pt x="2319929" y="2059700"/>
                  </a:lnTo>
                  <a:lnTo>
                    <a:pt x="2285767" y="2088354"/>
                  </a:lnTo>
                  <a:lnTo>
                    <a:pt x="2246206" y="2111809"/>
                  </a:lnTo>
                  <a:lnTo>
                    <a:pt x="2202045" y="2129394"/>
                  </a:lnTo>
                  <a:lnTo>
                    <a:pt x="2154083" y="2140437"/>
                  </a:lnTo>
                  <a:lnTo>
                    <a:pt x="2103120" y="2144268"/>
                  </a:lnTo>
                  <a:lnTo>
                    <a:pt x="2052156" y="2140437"/>
                  </a:lnTo>
                  <a:lnTo>
                    <a:pt x="2004194" y="2129394"/>
                  </a:lnTo>
                  <a:lnTo>
                    <a:pt x="1960033" y="2111809"/>
                  </a:lnTo>
                  <a:lnTo>
                    <a:pt x="1920472" y="2088354"/>
                  </a:lnTo>
                  <a:lnTo>
                    <a:pt x="1886310" y="2059700"/>
                  </a:lnTo>
                  <a:lnTo>
                    <a:pt x="1858348" y="2026519"/>
                  </a:lnTo>
                  <a:lnTo>
                    <a:pt x="1837385" y="1989481"/>
                  </a:lnTo>
                  <a:lnTo>
                    <a:pt x="1824221" y="1949259"/>
                  </a:lnTo>
                  <a:lnTo>
                    <a:pt x="1819656" y="1906524"/>
                  </a:lnTo>
                  <a:close/>
                </a:path>
                <a:path w="2670175" h="2144395">
                  <a:moveTo>
                    <a:pt x="0" y="237744"/>
                  </a:moveTo>
                  <a:lnTo>
                    <a:pt x="4565" y="195005"/>
                  </a:lnTo>
                  <a:lnTo>
                    <a:pt x="17729" y="154781"/>
                  </a:lnTo>
                  <a:lnTo>
                    <a:pt x="38692" y="117743"/>
                  </a:lnTo>
                  <a:lnTo>
                    <a:pt x="66654" y="84562"/>
                  </a:lnTo>
                  <a:lnTo>
                    <a:pt x="100816" y="55909"/>
                  </a:lnTo>
                  <a:lnTo>
                    <a:pt x="140377" y="32455"/>
                  </a:lnTo>
                  <a:lnTo>
                    <a:pt x="184538" y="14872"/>
                  </a:lnTo>
                  <a:lnTo>
                    <a:pt x="232500" y="3829"/>
                  </a:lnTo>
                  <a:lnTo>
                    <a:pt x="283464" y="0"/>
                  </a:lnTo>
                  <a:lnTo>
                    <a:pt x="334427" y="3829"/>
                  </a:lnTo>
                  <a:lnTo>
                    <a:pt x="382389" y="14872"/>
                  </a:lnTo>
                  <a:lnTo>
                    <a:pt x="426550" y="32455"/>
                  </a:lnTo>
                  <a:lnTo>
                    <a:pt x="466111" y="55909"/>
                  </a:lnTo>
                  <a:lnTo>
                    <a:pt x="500273" y="84562"/>
                  </a:lnTo>
                  <a:lnTo>
                    <a:pt x="528235" y="117743"/>
                  </a:lnTo>
                  <a:lnTo>
                    <a:pt x="549198" y="154781"/>
                  </a:lnTo>
                  <a:lnTo>
                    <a:pt x="562362" y="195005"/>
                  </a:lnTo>
                  <a:lnTo>
                    <a:pt x="566927" y="237744"/>
                  </a:lnTo>
                  <a:lnTo>
                    <a:pt x="562362" y="280482"/>
                  </a:lnTo>
                  <a:lnTo>
                    <a:pt x="549198" y="320706"/>
                  </a:lnTo>
                  <a:lnTo>
                    <a:pt x="528235" y="357744"/>
                  </a:lnTo>
                  <a:lnTo>
                    <a:pt x="500273" y="390925"/>
                  </a:lnTo>
                  <a:lnTo>
                    <a:pt x="466111" y="419578"/>
                  </a:lnTo>
                  <a:lnTo>
                    <a:pt x="426550" y="443032"/>
                  </a:lnTo>
                  <a:lnTo>
                    <a:pt x="382389" y="460615"/>
                  </a:lnTo>
                  <a:lnTo>
                    <a:pt x="334427" y="471658"/>
                  </a:lnTo>
                  <a:lnTo>
                    <a:pt x="283464" y="475488"/>
                  </a:lnTo>
                  <a:lnTo>
                    <a:pt x="232500" y="471658"/>
                  </a:lnTo>
                  <a:lnTo>
                    <a:pt x="184538" y="460615"/>
                  </a:lnTo>
                  <a:lnTo>
                    <a:pt x="140377" y="443032"/>
                  </a:lnTo>
                  <a:lnTo>
                    <a:pt x="100816" y="419578"/>
                  </a:lnTo>
                  <a:lnTo>
                    <a:pt x="66654" y="390925"/>
                  </a:lnTo>
                  <a:lnTo>
                    <a:pt x="38692" y="357744"/>
                  </a:lnTo>
                  <a:lnTo>
                    <a:pt x="17729" y="320706"/>
                  </a:lnTo>
                  <a:lnTo>
                    <a:pt x="4565" y="28048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311765" cy="375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assembly direction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X-</a:t>
            </a:r>
            <a:r>
              <a:rPr sz="1500" dirty="0">
                <a:latin typeface="Times New Roman"/>
                <a:cs typeface="Times New Roman"/>
              </a:rPr>
              <a:t>Axis)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Some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them.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344" y="2343670"/>
            <a:ext cx="6126479" cy="3770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6432" y="4455921"/>
            <a:ext cx="2142363" cy="22923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7591" y="4422902"/>
            <a:ext cx="2048002" cy="2325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4524" y="1250441"/>
            <a:ext cx="9284335" cy="4986020"/>
            <a:chOff x="1144524" y="1250441"/>
            <a:chExt cx="9284335" cy="4986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4524" y="1250441"/>
              <a:ext cx="9284208" cy="498576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47103" y="4748021"/>
              <a:ext cx="1298575" cy="859790"/>
            </a:xfrm>
            <a:custGeom>
              <a:avLst/>
              <a:gdLst/>
              <a:ahLst/>
              <a:cxnLst/>
              <a:rect l="l" t="t" r="r" b="b"/>
              <a:pathLst>
                <a:path w="1298575" h="859789">
                  <a:moveTo>
                    <a:pt x="0" y="429767"/>
                  </a:moveTo>
                  <a:lnTo>
                    <a:pt x="9403" y="356477"/>
                  </a:lnTo>
                  <a:lnTo>
                    <a:pt x="36573" y="287208"/>
                  </a:lnTo>
                  <a:lnTo>
                    <a:pt x="56333" y="254403"/>
                  </a:lnTo>
                  <a:lnTo>
                    <a:pt x="79950" y="222991"/>
                  </a:lnTo>
                  <a:lnTo>
                    <a:pt x="107229" y="193099"/>
                  </a:lnTo>
                  <a:lnTo>
                    <a:pt x="137974" y="164858"/>
                  </a:lnTo>
                  <a:lnTo>
                    <a:pt x="171991" y="138396"/>
                  </a:lnTo>
                  <a:lnTo>
                    <a:pt x="209086" y="113842"/>
                  </a:lnTo>
                  <a:lnTo>
                    <a:pt x="249062" y="91325"/>
                  </a:lnTo>
                  <a:lnTo>
                    <a:pt x="291725" y="70974"/>
                  </a:lnTo>
                  <a:lnTo>
                    <a:pt x="336880" y="52918"/>
                  </a:lnTo>
                  <a:lnTo>
                    <a:pt x="384332" y="37286"/>
                  </a:lnTo>
                  <a:lnTo>
                    <a:pt x="433886" y="24207"/>
                  </a:lnTo>
                  <a:lnTo>
                    <a:pt x="485347" y="13809"/>
                  </a:lnTo>
                  <a:lnTo>
                    <a:pt x="538521" y="6223"/>
                  </a:lnTo>
                  <a:lnTo>
                    <a:pt x="593211" y="1577"/>
                  </a:lnTo>
                  <a:lnTo>
                    <a:pt x="649224" y="0"/>
                  </a:lnTo>
                  <a:lnTo>
                    <a:pt x="705236" y="1577"/>
                  </a:lnTo>
                  <a:lnTo>
                    <a:pt x="759926" y="6223"/>
                  </a:lnTo>
                  <a:lnTo>
                    <a:pt x="813100" y="13809"/>
                  </a:lnTo>
                  <a:lnTo>
                    <a:pt x="864561" y="24207"/>
                  </a:lnTo>
                  <a:lnTo>
                    <a:pt x="914115" y="37286"/>
                  </a:lnTo>
                  <a:lnTo>
                    <a:pt x="961567" y="52918"/>
                  </a:lnTo>
                  <a:lnTo>
                    <a:pt x="1006722" y="70974"/>
                  </a:lnTo>
                  <a:lnTo>
                    <a:pt x="1049385" y="91325"/>
                  </a:lnTo>
                  <a:lnTo>
                    <a:pt x="1089361" y="113842"/>
                  </a:lnTo>
                  <a:lnTo>
                    <a:pt x="1126456" y="138396"/>
                  </a:lnTo>
                  <a:lnTo>
                    <a:pt x="1160473" y="164858"/>
                  </a:lnTo>
                  <a:lnTo>
                    <a:pt x="1191218" y="193099"/>
                  </a:lnTo>
                  <a:lnTo>
                    <a:pt x="1218497" y="222991"/>
                  </a:lnTo>
                  <a:lnTo>
                    <a:pt x="1242114" y="254403"/>
                  </a:lnTo>
                  <a:lnTo>
                    <a:pt x="1261874" y="287208"/>
                  </a:lnTo>
                  <a:lnTo>
                    <a:pt x="1289044" y="356477"/>
                  </a:lnTo>
                  <a:lnTo>
                    <a:pt x="1298448" y="429767"/>
                  </a:lnTo>
                  <a:lnTo>
                    <a:pt x="1296064" y="466851"/>
                  </a:lnTo>
                  <a:lnTo>
                    <a:pt x="1277583" y="538259"/>
                  </a:lnTo>
                  <a:lnTo>
                    <a:pt x="1242114" y="605130"/>
                  </a:lnTo>
                  <a:lnTo>
                    <a:pt x="1218497" y="636541"/>
                  </a:lnTo>
                  <a:lnTo>
                    <a:pt x="1191218" y="666432"/>
                  </a:lnTo>
                  <a:lnTo>
                    <a:pt x="1160473" y="694672"/>
                  </a:lnTo>
                  <a:lnTo>
                    <a:pt x="1126456" y="721133"/>
                  </a:lnTo>
                  <a:lnTo>
                    <a:pt x="1089361" y="745686"/>
                  </a:lnTo>
                  <a:lnTo>
                    <a:pt x="1049385" y="768202"/>
                  </a:lnTo>
                  <a:lnTo>
                    <a:pt x="1006722" y="788552"/>
                  </a:lnTo>
                  <a:lnTo>
                    <a:pt x="961567" y="806608"/>
                  </a:lnTo>
                  <a:lnTo>
                    <a:pt x="914115" y="822239"/>
                  </a:lnTo>
                  <a:lnTo>
                    <a:pt x="864561" y="835317"/>
                  </a:lnTo>
                  <a:lnTo>
                    <a:pt x="813100" y="845714"/>
                  </a:lnTo>
                  <a:lnTo>
                    <a:pt x="759926" y="853299"/>
                  </a:lnTo>
                  <a:lnTo>
                    <a:pt x="705236" y="857945"/>
                  </a:lnTo>
                  <a:lnTo>
                    <a:pt x="649224" y="859523"/>
                  </a:lnTo>
                  <a:lnTo>
                    <a:pt x="593211" y="857945"/>
                  </a:lnTo>
                  <a:lnTo>
                    <a:pt x="538521" y="853299"/>
                  </a:lnTo>
                  <a:lnTo>
                    <a:pt x="485347" y="845714"/>
                  </a:lnTo>
                  <a:lnTo>
                    <a:pt x="433886" y="835317"/>
                  </a:lnTo>
                  <a:lnTo>
                    <a:pt x="384332" y="822239"/>
                  </a:lnTo>
                  <a:lnTo>
                    <a:pt x="336880" y="806608"/>
                  </a:lnTo>
                  <a:lnTo>
                    <a:pt x="291725" y="788552"/>
                  </a:lnTo>
                  <a:lnTo>
                    <a:pt x="249062" y="768202"/>
                  </a:lnTo>
                  <a:lnTo>
                    <a:pt x="209086" y="745686"/>
                  </a:lnTo>
                  <a:lnTo>
                    <a:pt x="171991" y="721133"/>
                  </a:lnTo>
                  <a:lnTo>
                    <a:pt x="137974" y="694672"/>
                  </a:lnTo>
                  <a:lnTo>
                    <a:pt x="107229" y="666432"/>
                  </a:lnTo>
                  <a:lnTo>
                    <a:pt x="79950" y="636541"/>
                  </a:lnTo>
                  <a:lnTo>
                    <a:pt x="56333" y="605130"/>
                  </a:lnTo>
                  <a:lnTo>
                    <a:pt x="36573" y="572326"/>
                  </a:lnTo>
                  <a:lnTo>
                    <a:pt x="9403" y="503057"/>
                  </a:lnTo>
                  <a:lnTo>
                    <a:pt x="0" y="42976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25110" y="3217469"/>
              <a:ext cx="2233295" cy="1246505"/>
            </a:xfrm>
            <a:custGeom>
              <a:avLst/>
              <a:gdLst/>
              <a:ahLst/>
              <a:cxnLst/>
              <a:rect l="l" t="t" r="r" b="b"/>
              <a:pathLst>
                <a:path w="2233295" h="1246504">
                  <a:moveTo>
                    <a:pt x="7700" y="368630"/>
                  </a:moveTo>
                  <a:lnTo>
                    <a:pt x="28414" y="308182"/>
                  </a:lnTo>
                  <a:lnTo>
                    <a:pt x="61248" y="252547"/>
                  </a:lnTo>
                  <a:lnTo>
                    <a:pt x="105446" y="201914"/>
                  </a:lnTo>
                  <a:lnTo>
                    <a:pt x="160251" y="156477"/>
                  </a:lnTo>
                  <a:lnTo>
                    <a:pt x="224908" y="116426"/>
                  </a:lnTo>
                  <a:lnTo>
                    <a:pt x="260694" y="98481"/>
                  </a:lnTo>
                  <a:lnTo>
                    <a:pt x="298660" y="81955"/>
                  </a:lnTo>
                  <a:lnTo>
                    <a:pt x="338711" y="66871"/>
                  </a:lnTo>
                  <a:lnTo>
                    <a:pt x="380752" y="53254"/>
                  </a:lnTo>
                  <a:lnTo>
                    <a:pt x="424689" y="41128"/>
                  </a:lnTo>
                  <a:lnTo>
                    <a:pt x="470427" y="30517"/>
                  </a:lnTo>
                  <a:lnTo>
                    <a:pt x="517872" y="21444"/>
                  </a:lnTo>
                  <a:lnTo>
                    <a:pt x="566929" y="13934"/>
                  </a:lnTo>
                  <a:lnTo>
                    <a:pt x="617504" y="8010"/>
                  </a:lnTo>
                  <a:lnTo>
                    <a:pt x="669502" y="3697"/>
                  </a:lnTo>
                  <a:lnTo>
                    <a:pt x="722829" y="1019"/>
                  </a:lnTo>
                  <a:lnTo>
                    <a:pt x="777390" y="0"/>
                  </a:lnTo>
                  <a:lnTo>
                    <a:pt x="833090" y="662"/>
                  </a:lnTo>
                  <a:lnTo>
                    <a:pt x="889836" y="3032"/>
                  </a:lnTo>
                  <a:lnTo>
                    <a:pt x="947533" y="7132"/>
                  </a:lnTo>
                  <a:lnTo>
                    <a:pt x="1006085" y="12987"/>
                  </a:lnTo>
                  <a:lnTo>
                    <a:pt x="1065399" y="20620"/>
                  </a:lnTo>
                  <a:lnTo>
                    <a:pt x="1125381" y="30056"/>
                  </a:lnTo>
                  <a:lnTo>
                    <a:pt x="1185934" y="41319"/>
                  </a:lnTo>
                  <a:lnTo>
                    <a:pt x="1246966" y="54432"/>
                  </a:lnTo>
                  <a:lnTo>
                    <a:pt x="1307612" y="69227"/>
                  </a:lnTo>
                  <a:lnTo>
                    <a:pt x="1367021" y="85480"/>
                  </a:lnTo>
                  <a:lnTo>
                    <a:pt x="1425118" y="103127"/>
                  </a:lnTo>
                  <a:lnTo>
                    <a:pt x="1481829" y="122105"/>
                  </a:lnTo>
                  <a:lnTo>
                    <a:pt x="1537078" y="142353"/>
                  </a:lnTo>
                  <a:lnTo>
                    <a:pt x="1590793" y="163806"/>
                  </a:lnTo>
                  <a:lnTo>
                    <a:pt x="1642897" y="186403"/>
                  </a:lnTo>
                  <a:lnTo>
                    <a:pt x="1693317" y="210080"/>
                  </a:lnTo>
                  <a:lnTo>
                    <a:pt x="1741978" y="234775"/>
                  </a:lnTo>
                  <a:lnTo>
                    <a:pt x="1788805" y="260426"/>
                  </a:lnTo>
                  <a:lnTo>
                    <a:pt x="1833723" y="286968"/>
                  </a:lnTo>
                  <a:lnTo>
                    <a:pt x="1876659" y="314341"/>
                  </a:lnTo>
                  <a:lnTo>
                    <a:pt x="1917537" y="342480"/>
                  </a:lnTo>
                  <a:lnTo>
                    <a:pt x="1956282" y="371323"/>
                  </a:lnTo>
                  <a:lnTo>
                    <a:pt x="1992821" y="400808"/>
                  </a:lnTo>
                  <a:lnTo>
                    <a:pt x="2027079" y="430872"/>
                  </a:lnTo>
                  <a:lnTo>
                    <a:pt x="2058981" y="461451"/>
                  </a:lnTo>
                  <a:lnTo>
                    <a:pt x="2088452" y="492484"/>
                  </a:lnTo>
                  <a:lnTo>
                    <a:pt x="2115418" y="523907"/>
                  </a:lnTo>
                  <a:lnTo>
                    <a:pt x="2139805" y="555658"/>
                  </a:lnTo>
                  <a:lnTo>
                    <a:pt x="2161537" y="587674"/>
                  </a:lnTo>
                  <a:lnTo>
                    <a:pt x="2196740" y="652250"/>
                  </a:lnTo>
                  <a:lnTo>
                    <a:pt x="2220430" y="717133"/>
                  </a:lnTo>
                  <a:lnTo>
                    <a:pt x="2232012" y="781822"/>
                  </a:lnTo>
                  <a:lnTo>
                    <a:pt x="2233075" y="813936"/>
                  </a:lnTo>
                  <a:lnTo>
                    <a:pt x="2230888" y="845814"/>
                  </a:lnTo>
                  <a:lnTo>
                    <a:pt x="2216580" y="908204"/>
                  </a:lnTo>
                  <a:lnTo>
                    <a:pt x="2189711" y="966270"/>
                  </a:lnTo>
                  <a:lnTo>
                    <a:pt x="2151101" y="1019428"/>
                  </a:lnTo>
                  <a:lnTo>
                    <a:pt x="2101505" y="1067487"/>
                  </a:lnTo>
                  <a:lnTo>
                    <a:pt x="2041679" y="1110255"/>
                  </a:lnTo>
                  <a:lnTo>
                    <a:pt x="2008167" y="1129595"/>
                  </a:lnTo>
                  <a:lnTo>
                    <a:pt x="1972380" y="1147540"/>
                  </a:lnTo>
                  <a:lnTo>
                    <a:pt x="1934414" y="1164066"/>
                  </a:lnTo>
                  <a:lnTo>
                    <a:pt x="1894364" y="1179150"/>
                  </a:lnTo>
                  <a:lnTo>
                    <a:pt x="1852323" y="1192767"/>
                  </a:lnTo>
                  <a:lnTo>
                    <a:pt x="1808386" y="1204893"/>
                  </a:lnTo>
                  <a:lnTo>
                    <a:pt x="1762648" y="1215504"/>
                  </a:lnTo>
                  <a:lnTo>
                    <a:pt x="1715203" y="1224577"/>
                  </a:lnTo>
                  <a:lnTo>
                    <a:pt x="1666146" y="1232087"/>
                  </a:lnTo>
                  <a:lnTo>
                    <a:pt x="1615571" y="1238011"/>
                  </a:lnTo>
                  <a:lnTo>
                    <a:pt x="1563573" y="1242324"/>
                  </a:lnTo>
                  <a:lnTo>
                    <a:pt x="1510246" y="1245002"/>
                  </a:lnTo>
                  <a:lnTo>
                    <a:pt x="1455685" y="1246022"/>
                  </a:lnTo>
                  <a:lnTo>
                    <a:pt x="1399984" y="1245359"/>
                  </a:lnTo>
                  <a:lnTo>
                    <a:pt x="1343238" y="1242989"/>
                  </a:lnTo>
                  <a:lnTo>
                    <a:pt x="1285542" y="1238889"/>
                  </a:lnTo>
                  <a:lnTo>
                    <a:pt x="1226989" y="1233034"/>
                  </a:lnTo>
                  <a:lnTo>
                    <a:pt x="1167675" y="1225401"/>
                  </a:lnTo>
                  <a:lnTo>
                    <a:pt x="1107694" y="1215965"/>
                  </a:lnTo>
                  <a:lnTo>
                    <a:pt x="1047140" y="1204702"/>
                  </a:lnTo>
                  <a:lnTo>
                    <a:pt x="986108" y="1191590"/>
                  </a:lnTo>
                  <a:lnTo>
                    <a:pt x="925463" y="1176794"/>
                  </a:lnTo>
                  <a:lnTo>
                    <a:pt x="866054" y="1160541"/>
                  </a:lnTo>
                  <a:lnTo>
                    <a:pt x="807957" y="1142894"/>
                  </a:lnTo>
                  <a:lnTo>
                    <a:pt x="751246" y="1123916"/>
                  </a:lnTo>
                  <a:lnTo>
                    <a:pt x="695996" y="1103668"/>
                  </a:lnTo>
                  <a:lnTo>
                    <a:pt x="642282" y="1082215"/>
                  </a:lnTo>
                  <a:lnTo>
                    <a:pt x="590177" y="1059618"/>
                  </a:lnTo>
                  <a:lnTo>
                    <a:pt x="539757" y="1035941"/>
                  </a:lnTo>
                  <a:lnTo>
                    <a:pt x="491097" y="1011246"/>
                  </a:lnTo>
                  <a:lnTo>
                    <a:pt x="444270" y="985596"/>
                  </a:lnTo>
                  <a:lnTo>
                    <a:pt x="399351" y="959053"/>
                  </a:lnTo>
                  <a:lnTo>
                    <a:pt x="356416" y="931680"/>
                  </a:lnTo>
                  <a:lnTo>
                    <a:pt x="315538" y="903541"/>
                  </a:lnTo>
                  <a:lnTo>
                    <a:pt x="276792" y="874698"/>
                  </a:lnTo>
                  <a:lnTo>
                    <a:pt x="240253" y="845213"/>
                  </a:lnTo>
                  <a:lnTo>
                    <a:pt x="205996" y="815149"/>
                  </a:lnTo>
                  <a:lnTo>
                    <a:pt x="174094" y="784570"/>
                  </a:lnTo>
                  <a:lnTo>
                    <a:pt x="144623" y="753537"/>
                  </a:lnTo>
                  <a:lnTo>
                    <a:pt x="117656" y="722114"/>
                  </a:lnTo>
                  <a:lnTo>
                    <a:pt x="93270" y="690363"/>
                  </a:lnTo>
                  <a:lnTo>
                    <a:pt x="71538" y="658347"/>
                  </a:lnTo>
                  <a:lnTo>
                    <a:pt x="36335" y="593771"/>
                  </a:lnTo>
                  <a:lnTo>
                    <a:pt x="12645" y="528888"/>
                  </a:lnTo>
                  <a:lnTo>
                    <a:pt x="1063" y="464199"/>
                  </a:lnTo>
                  <a:lnTo>
                    <a:pt x="0" y="432085"/>
                  </a:lnTo>
                  <a:lnTo>
                    <a:pt x="2187" y="400207"/>
                  </a:lnTo>
                  <a:lnTo>
                    <a:pt x="7700" y="36863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blue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</a:t>
            </a:r>
            <a:r>
              <a:rPr spc="-120" dirty="0"/>
              <a:t> </a:t>
            </a:r>
            <a:r>
              <a:rPr spc="-20"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spc="-10" dirty="0"/>
              <a:t>Modification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7049770" cy="231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errors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issue.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</a:t>
            </a:r>
            <a:r>
              <a:rPr sz="1500" dirty="0">
                <a:latin typeface="Times New Roman"/>
                <a:cs typeface="Times New Roman"/>
              </a:rPr>
              <a:t>section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making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lamp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parallel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axis.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new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 </a:t>
            </a:r>
            <a:r>
              <a:rPr sz="1500" dirty="0">
                <a:latin typeface="Times New Roman"/>
                <a:cs typeface="Times New Roman"/>
              </a:rPr>
              <a:t>connectivity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 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10" dirty="0">
                <a:latin typeface="Times New Roman"/>
                <a:cs typeface="Times New Roman"/>
              </a:rPr>
              <a:t> remain.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088" y="642873"/>
            <a:ext cx="4336414" cy="23865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2088" y="3123819"/>
            <a:ext cx="4339970" cy="29660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9116" y="3123819"/>
            <a:ext cx="4132961" cy="29788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890" y="3123819"/>
            <a:ext cx="2979166" cy="2130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</a:t>
            </a:r>
            <a:r>
              <a:rPr spc="-120" dirty="0"/>
              <a:t> </a:t>
            </a:r>
            <a:r>
              <a:rPr spc="-20"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spc="-10" dirty="0"/>
              <a:t>Modification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323840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Fog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Lamp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Area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Modification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lamp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cutout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join.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Untrim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make</a:t>
            </a:r>
            <a:r>
              <a:rPr sz="1500" spc="-10" dirty="0">
                <a:latin typeface="Times New Roman"/>
                <a:cs typeface="Times New Roman"/>
              </a:rPr>
              <a:t> intersection.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intersection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profile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reference.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560575"/>
            <a:ext cx="4533773" cy="25038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1184" y="1560575"/>
            <a:ext cx="4533772" cy="25038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5" y="4167251"/>
            <a:ext cx="4533773" cy="25176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1184" y="4164965"/>
            <a:ext cx="4509896" cy="2373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757034" cy="313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</a:t>
            </a:r>
            <a:r>
              <a:rPr sz="1500" dirty="0">
                <a:latin typeface="Times New Roman"/>
                <a:cs typeface="Times New Roman"/>
              </a:rPr>
              <a:t>section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match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primary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 </a:t>
            </a:r>
            <a:r>
              <a:rPr sz="1500" dirty="0">
                <a:latin typeface="Times New Roman"/>
                <a:cs typeface="Times New Roman"/>
              </a:rPr>
              <a:t>connectivity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10" dirty="0">
                <a:latin typeface="Times New Roman"/>
                <a:cs typeface="Times New Roman"/>
              </a:rPr>
              <a:t> remain.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6328" y="685800"/>
            <a:ext cx="4818887" cy="2909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249545" cy="539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marR="1524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C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manufacturable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15240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generate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4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0.5°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4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5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1524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Verify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with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Class 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marR="1587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4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are </a:t>
            </a:r>
            <a:r>
              <a:rPr sz="1500" spc="-10" dirty="0">
                <a:latin typeface="Times New Roman"/>
                <a:cs typeface="Times New Roman"/>
              </a:rPr>
              <a:t>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marR="13335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0295" y="621791"/>
            <a:ext cx="4896611" cy="3383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78740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bumper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 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4783" y="2627248"/>
            <a:ext cx="5742432" cy="36089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6200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bumper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model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1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angle,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Color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coding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acceptable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green,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minor </a:t>
            </a:r>
            <a:r>
              <a:rPr sz="1500" dirty="0">
                <a:latin typeface="Times New Roman"/>
                <a:cs typeface="Times New Roman"/>
              </a:rPr>
              <a:t>adjustments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red/blue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areas.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C-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side.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465199"/>
            <a:ext cx="5681472" cy="34704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1135" y="1465199"/>
            <a:ext cx="5982208" cy="34704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8368" y="1822704"/>
            <a:ext cx="56388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spc="-20" dirty="0">
                <a:latin typeface="Calibri"/>
                <a:cs typeface="Calibri"/>
              </a:rPr>
              <a:t>Cavity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4328" y="1822704"/>
            <a:ext cx="44577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090"/>
              </a:lnSpc>
            </a:pPr>
            <a:r>
              <a:rPr sz="1800" spc="-20" dirty="0">
                <a:latin typeface="Calibri"/>
                <a:cs typeface="Calibri"/>
              </a:rPr>
              <a:t>Core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Automotive</a:t>
            </a:r>
            <a:r>
              <a:rPr spc="-55" dirty="0"/>
              <a:t> </a:t>
            </a:r>
            <a:r>
              <a:rPr dirty="0"/>
              <a:t>Map</a:t>
            </a:r>
            <a:r>
              <a:rPr spc="-35" dirty="0"/>
              <a:t> </a:t>
            </a:r>
            <a:r>
              <a:rPr spc="-10" dirty="0"/>
              <a:t>Pocket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5565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bumper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requirements,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124" y="1332991"/>
            <a:ext cx="9191752" cy="4903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896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Calibri</vt:lpstr>
      <vt:lpstr>Times New Roman</vt:lpstr>
      <vt:lpstr>Office Theme</vt:lpstr>
      <vt:lpstr>Front Bumper</vt:lpstr>
      <vt:lpstr>Objective</vt:lpstr>
      <vt:lpstr>Tooling Axis Creation and Class A Surface Draft Analysis</vt:lpstr>
      <vt:lpstr>Curvature Analysis</vt:lpstr>
      <vt:lpstr>Class A Surface Modification</vt:lpstr>
      <vt:lpstr>Class A Surface Modification</vt:lpstr>
      <vt:lpstr>Class B Surface Development</vt:lpstr>
      <vt:lpstr>Class C Surface Development</vt:lpstr>
      <vt:lpstr>Final Trim and Solid Part Conversion</vt:lpstr>
      <vt:lpstr>Draft analysis on solid part for parting line creation</vt:lpstr>
      <vt:lpstr>Automotive Map Pocket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Bumper</dc:title>
  <dc:creator>Ratikesh Satle</dc:creator>
  <cp:lastModifiedBy>DELL</cp:lastModifiedBy>
  <cp:revision>2</cp:revision>
  <dcterms:created xsi:type="dcterms:W3CDTF">2026-07-24T18:57:10Z</dcterms:created>
  <dcterms:modified xsi:type="dcterms:W3CDTF">2026-07-24T19:23:24Z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2026-05-11T00:00:00Z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