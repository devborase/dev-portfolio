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59" r:id="rId6"/>
    <p:sldId id="260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7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80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11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14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0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2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03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095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29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CEB87-434E-4120-A760-A3BCB3863277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07B46-AF86-44CE-BB31-CDC861D2F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6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07" y="417439"/>
            <a:ext cx="10058400" cy="56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14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0" y="586894"/>
            <a:ext cx="10058400" cy="56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96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3" y="648376"/>
            <a:ext cx="10058400" cy="56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02" y="568997"/>
            <a:ext cx="10058400" cy="56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6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834" y="1209416"/>
            <a:ext cx="10058400" cy="451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1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69" y="1077271"/>
            <a:ext cx="10058400" cy="486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12" y="265687"/>
            <a:ext cx="10976043" cy="617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6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2026-07-25T13:01:59Z</dcterms:created>
  <dcterms:modified xsi:type="dcterms:W3CDTF">2026-07-25T13:05:29Z</dcterms:modified>
</cp:coreProperties>
</file>