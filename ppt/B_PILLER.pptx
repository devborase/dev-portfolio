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  <p:sldId id="260" r:id="rId5"/>
    <p:sldId id="262" r:id="rId6"/>
    <p:sldId id="263" r:id="rId7"/>
    <p:sldId id="265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29" d="100"/>
          <a:sy n="29" d="100"/>
        </p:scale>
        <p:origin x="67" y="14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65F8-187B-421C-B5BC-19A86AFEDE3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03C27-DC5E-4979-8320-648C81125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914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65F8-187B-421C-B5BC-19A86AFEDE3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03C27-DC5E-4979-8320-648C81125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274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65F8-187B-421C-B5BC-19A86AFEDE3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03C27-DC5E-4979-8320-648C81125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829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65F8-187B-421C-B5BC-19A86AFEDE3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03C27-DC5E-4979-8320-648C81125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757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65F8-187B-421C-B5BC-19A86AFEDE3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03C27-DC5E-4979-8320-648C81125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601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65F8-187B-421C-B5BC-19A86AFEDE3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03C27-DC5E-4979-8320-648C81125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714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65F8-187B-421C-B5BC-19A86AFEDE3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03C27-DC5E-4979-8320-648C81125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74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65F8-187B-421C-B5BC-19A86AFEDE3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03C27-DC5E-4979-8320-648C81125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20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65F8-187B-421C-B5BC-19A86AFEDE3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03C27-DC5E-4979-8320-648C81125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60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65F8-187B-421C-B5BC-19A86AFEDE3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03C27-DC5E-4979-8320-648C81125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8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65F8-187B-421C-B5BC-19A86AFEDE3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03C27-DC5E-4979-8320-648C81125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549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3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7665F8-187B-421C-B5BC-19A86AFEDE3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303C27-DC5E-4979-8320-648C81125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052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435" y="1525055"/>
            <a:ext cx="3757196" cy="465200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3" name="TextBox 2"/>
          <p:cNvSpPr txBox="1"/>
          <p:nvPr/>
        </p:nvSpPr>
        <p:spPr>
          <a:xfrm>
            <a:off x="4426085" y="690664"/>
            <a:ext cx="3014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B-PILLER PLASTIC TRIM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50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19" y="1689489"/>
            <a:ext cx="4025798" cy="35930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172" y="3745607"/>
            <a:ext cx="2789140" cy="232567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5975" y="571773"/>
            <a:ext cx="2891534" cy="223543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1696" y="1490602"/>
            <a:ext cx="2289243" cy="379192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" name="Oval 5"/>
          <p:cNvSpPr/>
          <p:nvPr/>
        </p:nvSpPr>
        <p:spPr>
          <a:xfrm>
            <a:off x="1256288" y="4184369"/>
            <a:ext cx="487680" cy="5364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3080" y="2532861"/>
            <a:ext cx="499915" cy="5486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1672" y="3635681"/>
            <a:ext cx="499915" cy="548688"/>
          </a:xfrm>
          <a:prstGeom prst="rect">
            <a:avLst/>
          </a:prstGeom>
        </p:spPr>
      </p:pic>
      <p:cxnSp>
        <p:nvCxnSpPr>
          <p:cNvPr id="16" name="Straight Arrow Connector 15"/>
          <p:cNvCxnSpPr>
            <a:stCxn id="6" idx="5"/>
          </p:cNvCxnSpPr>
          <p:nvPr/>
        </p:nvCxnSpPr>
        <p:spPr>
          <a:xfrm>
            <a:off x="1672549" y="4642256"/>
            <a:ext cx="3651805" cy="266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3027626" y="2257063"/>
            <a:ext cx="2447199" cy="620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055547">
            <a:off x="2543402" y="3349977"/>
            <a:ext cx="6145145" cy="571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71928" y="5576429"/>
            <a:ext cx="2090380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MASTER_SECTION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17796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30" y="1664944"/>
            <a:ext cx="3736111" cy="31806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059" y="1664944"/>
            <a:ext cx="3981869" cy="31806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3846" y="1664944"/>
            <a:ext cx="3726775" cy="318061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7414" y="3255249"/>
            <a:ext cx="3737172" cy="3475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51502" y="5175422"/>
            <a:ext cx="1749707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DISASSEMBLE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9588" y="5178639"/>
            <a:ext cx="300681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JOIN MERGING DISTANCE 0.01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9042615" y="5175422"/>
            <a:ext cx="242923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IF ANY AREA IS MISSED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769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01" y="415060"/>
            <a:ext cx="3475903" cy="265175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302" y="415060"/>
            <a:ext cx="2884218" cy="265175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718" y="415060"/>
            <a:ext cx="4062695" cy="26517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475" y="3766431"/>
            <a:ext cx="6773243" cy="2651990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>
            <a:off x="208763" y="3169527"/>
            <a:ext cx="1810249" cy="38717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POINT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3245541" y="3157133"/>
            <a:ext cx="1810249" cy="38717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BOUNDARY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6282319" y="3169527"/>
            <a:ext cx="1810249" cy="38717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EXTRAPOLATE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245540" y="6434558"/>
            <a:ext cx="1810249" cy="38717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FILLET 3MM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762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7435"/>
          <a:stretch/>
        </p:blipFill>
        <p:spPr>
          <a:xfrm>
            <a:off x="655917" y="382027"/>
            <a:ext cx="2875291" cy="265581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6996" y="1807724"/>
            <a:ext cx="4219588" cy="283107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348" y="1807724"/>
            <a:ext cx="3419858" cy="28310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17" y="3744987"/>
            <a:ext cx="2883641" cy="2848853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flipH="1">
            <a:off x="3531207" y="1146965"/>
            <a:ext cx="1802792" cy="56219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OFFSET OF 2.5MM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ight Arrow 6"/>
          <p:cNvSpPr/>
          <p:nvPr/>
        </p:nvSpPr>
        <p:spPr>
          <a:xfrm flipH="1">
            <a:off x="3531207" y="4975824"/>
            <a:ext cx="1975512" cy="56137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OFFSET OF 3.5MM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2661920" y="3099258"/>
            <a:ext cx="1055358" cy="54716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SKETCH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6384324" y="3077460"/>
            <a:ext cx="1302672" cy="54716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SWEPT THE SKETCH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25297" y="5107459"/>
            <a:ext cx="61812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plastic trim design incorporates a variable wall thickness strategy, utilizing B-surface offsets of 2.5 mm and 3.5 mm. To accommodate this variation, a smooth transient blend was modeled between the two regions, ensuring a continuous material flow and an optimal transition along the connecting surfaces.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049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023" y="394568"/>
            <a:ext cx="3084099" cy="26824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262" y="3746874"/>
            <a:ext cx="3345996" cy="26824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278" y="1264972"/>
            <a:ext cx="3679683" cy="429394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2"/>
          <a:stretch/>
        </p:blipFill>
        <p:spPr>
          <a:xfrm>
            <a:off x="411891" y="394569"/>
            <a:ext cx="3656945" cy="2682449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255494" y="3130850"/>
            <a:ext cx="1550982" cy="56219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OFFSET OF 20mm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782202" y="3130850"/>
            <a:ext cx="2453845" cy="56219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BOTH 2.5&amp; 3.5mm OFFSET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041" y="3739414"/>
            <a:ext cx="3374454" cy="2697367"/>
          </a:xfrm>
          <a:prstGeom prst="rect">
            <a:avLst/>
          </a:prstGeom>
        </p:spPr>
      </p:pic>
      <p:sp>
        <p:nvSpPr>
          <p:cNvPr id="12" name="Right Arrow 11"/>
          <p:cNvSpPr/>
          <p:nvPr/>
        </p:nvSpPr>
        <p:spPr>
          <a:xfrm>
            <a:off x="255494" y="6295808"/>
            <a:ext cx="2453845" cy="56219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BLEND 2.5mm &amp; 3.5mm OFFSET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3782202" y="6298838"/>
            <a:ext cx="2453845" cy="56219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MUTI- SETION 2.5mm &amp; 3.5mm OFFSET &amp; BLEND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98832" y="5665282"/>
            <a:ext cx="2322574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FINAL VIEW OF B SURFACE</a:t>
            </a:r>
          </a:p>
        </p:txBody>
      </p:sp>
    </p:spTree>
    <p:extLst>
      <p:ext uri="{BB962C8B-B14F-4D97-AF65-F5344CB8AC3E}">
        <p14:creationId xmlns:p14="http://schemas.microsoft.com/office/powerpoint/2010/main" val="3928118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789" y="1917042"/>
            <a:ext cx="6022864" cy="37135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75" y="1917042"/>
            <a:ext cx="4409151" cy="371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5875" y="774357"/>
            <a:ext cx="2586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C-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URFACE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286592" y="5795790"/>
            <a:ext cx="2234186" cy="67915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OFFSET SURROUNDING  </a:t>
            </a:r>
            <a:r>
              <a:rPr lang="en-US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0.5mm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4160108" y="5795789"/>
            <a:ext cx="2001171" cy="67915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THE OFFSET SURFACE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042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647" y="437985"/>
            <a:ext cx="3129608" cy="26245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537" y="3710138"/>
            <a:ext cx="2959889" cy="26245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647" y="3196698"/>
            <a:ext cx="4032087" cy="2979629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 flipH="1">
            <a:off x="3818730" y="1484926"/>
            <a:ext cx="1836649" cy="67915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 A BORDERTO A -SURFACE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5775055" y="1484926"/>
            <a:ext cx="1814291" cy="67915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SWEEPT THE BORDER 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5914769" y="4554350"/>
            <a:ext cx="1671896" cy="67915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C-SURFACE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ight Arrow 12"/>
          <p:cNvSpPr/>
          <p:nvPr/>
        </p:nvSpPr>
        <p:spPr>
          <a:xfrm flipH="1">
            <a:off x="3847490" y="4554349"/>
            <a:ext cx="1931546" cy="67915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BLEND THE A &amp; B SURFACE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/>
          <a:srcRect b="11211"/>
          <a:stretch/>
        </p:blipFill>
        <p:spPr>
          <a:xfrm>
            <a:off x="834833" y="321708"/>
            <a:ext cx="2816596" cy="266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072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27" y="1615370"/>
            <a:ext cx="4175554" cy="382146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285" y="2023584"/>
            <a:ext cx="3927897" cy="3005037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1418311" y="5499228"/>
            <a:ext cx="2234186" cy="67915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SWEPT THE A-SURFACE BORDER 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5280454" y="3262047"/>
            <a:ext cx="1721708" cy="67915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THE SWEEP 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79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783" y="1252473"/>
            <a:ext cx="3228913" cy="45076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90" y="1252474"/>
            <a:ext cx="4418986" cy="45076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1503" y="1252474"/>
            <a:ext cx="3119403" cy="4507619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177526" y="5830565"/>
            <a:ext cx="2234186" cy="67915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IF ANY AREA IS OPEN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917220" y="5838803"/>
            <a:ext cx="2234186" cy="67915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 VOLUME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7656914" y="5838803"/>
            <a:ext cx="2234186" cy="67915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VIEW OF A, B&amp; C CLOSE VOLUME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305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176" y="885607"/>
            <a:ext cx="4244708" cy="55021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39639" y="428368"/>
            <a:ext cx="163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DOG_HOUSE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1088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09" y="578996"/>
            <a:ext cx="3574041" cy="22962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724" y="578996"/>
            <a:ext cx="3140755" cy="229621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953" y="609507"/>
            <a:ext cx="3332141" cy="2265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9070" y="3348270"/>
            <a:ext cx="2774698" cy="25273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492" y="3740595"/>
            <a:ext cx="3675337" cy="22502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7"/>
          <a:srcRect l="-19021" t="2066" r="2315" b="-2066"/>
          <a:stretch/>
        </p:blipFill>
        <p:spPr>
          <a:xfrm>
            <a:off x="-331941" y="3789405"/>
            <a:ext cx="4126778" cy="220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90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075" y="763686"/>
            <a:ext cx="4324047" cy="228831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437" y="803972"/>
            <a:ext cx="3938119" cy="22769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075" y="3791392"/>
            <a:ext cx="3137345" cy="24117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5899" y="3684302"/>
            <a:ext cx="3383657" cy="241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213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70" y="1406308"/>
            <a:ext cx="2578970" cy="18064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295" y="1958678"/>
            <a:ext cx="2361464" cy="35448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242" y="2158938"/>
            <a:ext cx="2592551" cy="31443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004" y="3984047"/>
            <a:ext cx="2639736" cy="217710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1276" y="2622397"/>
            <a:ext cx="3042168" cy="228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647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684" y="712612"/>
            <a:ext cx="4244708" cy="55021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525" y="2255584"/>
            <a:ext cx="5344510" cy="319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866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1215</TotalTime>
  <Words>166</Words>
  <Application>Microsoft Office PowerPoint</Application>
  <PresentationFormat>Widescreen</PresentationFormat>
  <Paragraphs>32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28</cp:revision>
  <dcterms:created xsi:type="dcterms:W3CDTF">2026-07-30T08:34:06Z</dcterms:created>
  <dcterms:modified xsi:type="dcterms:W3CDTF">2026-08-01T08:13:24Z</dcterms:modified>
</cp:coreProperties>
</file>